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Relationship Id="rId_z_Chart_YY" Type="http://schemas.openxmlformats.org/officeDocument/2006/relationships/package" Target="../embeddings/Chart_YY_data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Relationship Id="rId_z_Chart_QD" Type="http://schemas.openxmlformats.org/officeDocument/2006/relationships/package" Target="../embeddings/Chart_QD_data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Relationship Id="rId_z_Chart_PH" Type="http://schemas.openxmlformats.org/officeDocument/2006/relationships/package" Target="../embeddings/Chart_PH_data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354.5M（含4月初4.1M），达成率 31.8%，全年目标 1,113M 缺口约 758M。3 月预约件数环比 +86.0%（199 件），4 月初已预约6件/0.8M，前端动能持续，Q2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件）与待签（16.1M，42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307.7M 占全渠道 87.8%，是唯一业绩主力；未批核 145.9M 融资率较高，是最大转化机会。代理人（批核 25.9M）与 KA（批核 16.9M）体量极小，需明确各渠道扩量优先级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2025年具明显季节性高峰（6月/9月/11月）。2026年Q1批核存量驱动（1-2月超100M），3月预约/签单同步走强（均达80M+），前端动能复苏。4月初（W13）预约0.8M/签单3.1M/批核4.1M，节后正常启动，Q2批核可期。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 2026</a:t>
            </a:r>
            <a:r>
              <a:rPr lang="zh-CN" altLang="en-US" sz="750" dirty="0"/>
              <a:t>年</a:t>
            </a:r>
            <a:r>
              <a:rPr lang="en-US" altLang="zh-CN" sz="750" dirty="0"/>
              <a:t>3</a:t>
            </a:r>
            <a:r>
              <a:rPr lang="zh-CN" altLang="en-US" sz="750" dirty="0"/>
              <a:t>月的预约件数从</a:t>
            </a:r>
            <a:r>
              <a:rPr lang="en-US" altLang="zh-CN" sz="750" dirty="0"/>
              <a:t>2</a:t>
            </a:r>
            <a:r>
              <a:rPr lang="zh-CN" altLang="en-US" sz="750" dirty="0"/>
              <a:t>月的</a:t>
            </a:r>
            <a:r>
              <a:rPr lang="en-US" altLang="zh-CN" sz="750" dirty="0"/>
              <a:t>107</a:t>
            </a:r>
            <a:r>
              <a:rPr lang="zh-CN" altLang="en-US" sz="750" dirty="0"/>
              <a:t>件猛增至</a:t>
            </a:r>
            <a:r>
              <a:rPr lang="en-US" altLang="zh-CN" sz="750" dirty="0"/>
              <a:t>199</a:t>
            </a:r>
            <a:r>
              <a:rPr lang="zh-CN" altLang="en-US" sz="750" dirty="0"/>
              <a:t>件（环比增长</a:t>
            </a:r>
            <a:r>
              <a:rPr lang="en-US" altLang="zh-CN" sz="750" dirty="0"/>
              <a:t>30.1%</a:t>
            </a:r>
            <a:r>
              <a:rPr lang="zh-CN" altLang="en-US" sz="750" dirty="0"/>
              <a:t>），</a:t>
            </a:r>
            <a:r>
              <a:rPr lang="en-US" altLang="zh-CN" sz="750" dirty="0"/>
              <a:t>3</a:t>
            </a:r>
            <a:r>
              <a:rPr lang="zh-CN" altLang="en-US" sz="750" dirty="0"/>
              <a:t>月市场活跃度大幅回升，属于典型的</a:t>
            </a:r>
            <a:r>
              <a:rPr lang="en-US" altLang="zh-CN" sz="750" dirty="0"/>
              <a:t>“</a:t>
            </a:r>
            <a:r>
              <a:rPr lang="zh-CN" altLang="en-US" sz="750" dirty="0"/>
              <a:t>小阳春</a:t>
            </a:r>
            <a:r>
              <a:rPr lang="en-US" altLang="zh-CN" sz="750" dirty="0"/>
              <a:t>”</a:t>
            </a:r>
            <a:r>
              <a:rPr lang="zh-CN" altLang="en-US" sz="750" dirty="0"/>
              <a:t>行情。需要关注的是，</a:t>
            </a:r>
            <a:r>
              <a:rPr lang="en-US" altLang="zh-CN" sz="750" dirty="0"/>
              <a:t>3</a:t>
            </a:r>
            <a:r>
              <a:rPr lang="zh-CN" altLang="en-US" sz="750" dirty="0"/>
              <a:t>月件均</a:t>
            </a:r>
            <a:r>
              <a:rPr lang="en-US" altLang="zh-CN" sz="750" dirty="0"/>
              <a:t>APE</a:t>
            </a:r>
            <a:r>
              <a:rPr lang="zh-CN" altLang="en-US" sz="750" dirty="0"/>
              <a:t>（</a:t>
            </a:r>
            <a:r>
              <a:rPr lang="en-US" altLang="zh-CN" sz="750" dirty="0"/>
              <a:t>40.2</a:t>
            </a:r>
            <a:r>
              <a:rPr lang="zh-CN" altLang="en-US" sz="750" dirty="0"/>
              <a:t>万）低于</a:t>
            </a:r>
            <a:r>
              <a:rPr lang="en-US" altLang="zh-CN" sz="750" dirty="0"/>
              <a:t>2</a:t>
            </a:r>
            <a:r>
              <a:rPr lang="zh-CN" altLang="en-US" sz="750" dirty="0"/>
              <a:t>月（</a:t>
            </a:r>
            <a:r>
              <a:rPr lang="en-US" altLang="zh-CN" sz="750" dirty="0"/>
              <a:t>52.4</a:t>
            </a:r>
            <a:r>
              <a:rPr lang="zh-CN" altLang="en-US" sz="750" dirty="0"/>
              <a:t>万），说明</a:t>
            </a:r>
            <a:r>
              <a:rPr lang="en-US" altLang="zh-CN" sz="750" dirty="0"/>
              <a:t>3</a:t>
            </a:r>
            <a:r>
              <a:rPr lang="zh-CN" altLang="en-US" sz="750" dirty="0"/>
              <a:t>月的大规模增量主要由中小型保单驱动。</a:t>
            </a:r>
            <a:r>
              <a:rPr lang="en-US" altLang="zh-CN" sz="750" dirty="0"/>
              <a:t>1-2</a:t>
            </a:r>
            <a:r>
              <a:rPr lang="zh-CN" altLang="en-US" sz="750" dirty="0"/>
              <a:t>月的高额批核主要是消耗</a:t>
            </a:r>
            <a:r>
              <a:rPr lang="en-US" altLang="zh-CN" sz="750" dirty="0"/>
              <a:t>2025</a:t>
            </a:r>
            <a:r>
              <a:rPr lang="zh-CN" altLang="en-US" sz="750" dirty="0"/>
              <a:t>年底及</a:t>
            </a:r>
            <a:r>
              <a:rPr lang="en-US" altLang="zh-CN" sz="750" dirty="0"/>
              <a:t>2026</a:t>
            </a:r>
            <a:r>
              <a:rPr lang="zh-CN" altLang="en-US" sz="750" dirty="0"/>
              <a:t>年初的积压件。</a:t>
            </a:r>
            <a:r>
              <a:rPr lang="en-US" altLang="zh-CN" sz="750" dirty="0"/>
              <a:t>3</a:t>
            </a:r>
            <a:r>
              <a:rPr lang="zh-CN" altLang="en-US" sz="750" dirty="0"/>
              <a:t>月的批核下滑预示着批核时效可能变长，或者存在大量</a:t>
            </a:r>
            <a:r>
              <a:rPr lang="en-US" altLang="zh-CN" sz="750" dirty="0"/>
              <a:t>3</a:t>
            </a:r>
            <a:r>
              <a:rPr lang="zh-CN" altLang="en-US" sz="750" dirty="0"/>
              <a:t>月签单件尚未走完流程。</a:t>
            </a:r>
            <a:endParaRPr lang="zh-CN" altLang="en-US" sz="750" dirty="0"/>
          </a:p>
          <a:p>
            <a:pPr marL="0" indent="0">
              <a:buNone/>
            </a:pP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1,113M 还需约 508M（剩余 6 个月月均需 84.6M）。若 7–12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批核APE（绿线）2月冲高至143.7M后3月骤降至72.4M，为存量积压集中释放所致。预约持续上升（+30.3%），签单3月环比下滑，前端动能正在积蓄但转化仍有时滞</a:t>
            </a: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万年青·卓金保险计划II（5.0年）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45.64M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41.5万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万年青星河尊享保险计划II（5年）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26.52M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18.8万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万年青卓金保险计划II（5年）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13.84M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万年青·星河尊享保险计划II（2.0年）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10.14M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202.8万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万年青星河传承保险计划II（5年）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9.97M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36.9万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9.36M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117.0万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7.49M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5.82M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万年青·星河传承保险计划II（2.0年）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3.90M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永誉传承储蓄计划（1.0年）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万年青·星河传承保险计划II（5.0年）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万年青星河尊享保险计划II（5年）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11.33M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10.31M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14.89M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6.05M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0.01M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7.02M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6.79M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（右上绿区）是唯一超越基准的「大目标达标」渠道（达成率85.4%）。永明经代（右下红区）规模最大但达成率仅25.3%，是最大战略风险点。ICLUB、同行经代处于「小目标待激活」区，成事/合伙/IFA几乎无效能输出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BK贡献最大批核（227.6M），已超目标 28M。全部已批核+在途（729M）仍距目标 384M。如未批核（107.3M）和待签（16.1M）能快速推进，可直接减少缺口约 24%，是最快的短期行动杠杆。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永明经代：预约↑持续放量，3月达32.6M，前端动能最强；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BK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业务：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批核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2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峰93.9M为存量集中放款，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3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仍56.9M；同行经代：批核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1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爆发41.8M后断崖收缩，须警惕转化断层；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ICLUB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：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三线均在</a:t>
            </a:r>
            <a:r>
              <a:rPr lang="en-US" alt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2</a:t>
            </a:r>
            <a:r>
              <a:rPr lang="zh-CN" altLang="en-US" sz="5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sym typeface="+mn-ea"/>
              </a:rPr>
              <a:t>月</a:t>
            </a: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形成双峰，脉冲式大单渠道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111581"/>
            <a:ext cx="746125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966665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966665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149545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984953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984953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058105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984953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058105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984953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048961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566664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56666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74954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5849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5849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65810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5849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65810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5849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64896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66666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6666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54954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8495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84954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58106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84954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58106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84954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4896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499998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49999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68287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51828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518286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591438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518286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591438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518286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58229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33333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33333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016213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51621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51621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24773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51621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156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99999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99999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082879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918287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918287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91439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918287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91439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918287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82295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BK未批核占比高达32%，金额达80.9M，催核优先级最高。合伙转介未批核反超批核（69% vs 29%），漏斗倒置。ICLUB批核占97%，管道几乎清空，需新件补充。IFA全程归零。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672551"/>
            <a:ext cx="839785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672551"/>
            <a:ext cx="38276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672551"/>
            <a:ext cx="57607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728.6M 中，批核占 83.1%（605.2M）。剩余 123.4M（未批 107.3M+待签 16.1M）若转化可直接推高达成率 11%+。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098627"/>
            <a:ext cx="7461504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已超目标（200M），达成率 113.8%。永明经代目标最大（340M）但实际仅 151.2M，是最大绝对缺口（167M）。合伙转介与IFA批核几乎为零，战略价值存疑。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43333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43333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61621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4516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45162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524772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45162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524772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451620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51562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0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0000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48288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182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229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5033331"/>
            <a:ext cx="1243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5216211"/>
            <a:ext cx="1243584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81%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18%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5115627"/>
            <a:ext cx="15000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5033331"/>
            <a:ext cx="36576" cy="347472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5033331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5033331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5033331"/>
            <a:ext cx="27638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(347.3M)高于预约(184.1M)，反映跨周积压存量消化效应。递交→批核转化率达211%，为典型「存量清仓」节奏。W07全线断崖（预约仅2.7M，递交归零），是执行管理最大异常点。W12预约28.1M创Q1单周新高，前端动能显著回升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W05签单爆发（32.3M）主因ICLUB大单；W07全线归零为执行断层；W08批核激增（67M）为存量集中消化；W12预约/签单均达28M+，前端同步发力，为Q2批核奠定良好基础。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21.0M/43件；递交 17.6M/39件；批核 6.9M/29件。未批核 107.3M（235件）是 Q2 批核的核心转化库存。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KA累计批核298.9M（占全业务332.1M的90.0%），高度集中。民生银行以140.3M批核独占42.2%，是最核心的单一客户，亦是最大集中风险。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3657600"/>
            <a:ext cx="5943600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369417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  批核业绩热力矩阵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134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127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122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6254750" y="443484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8" name="Shape 206"/>
          <p:cNvSpPr/>
          <p:nvPr/>
        </p:nvSpPr>
        <p:spPr>
          <a:xfrm>
            <a:off x="6254750" y="4434840"/>
            <a:ext cx="76200" cy="29972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6254750" y="4690745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15" name="Shape 213"/>
          <p:cNvSpPr/>
          <p:nvPr/>
        </p:nvSpPr>
        <p:spPr>
          <a:xfrm>
            <a:off x="6254750" y="4690745"/>
            <a:ext cx="76200" cy="299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50" dirty="0"/>
          </a:p>
        </p:txBody>
      </p:sp>
      <p:sp>
        <p:nvSpPr>
          <p:cNvPr id="221" name="Shape 219"/>
          <p:cNvSpPr/>
          <p:nvPr/>
        </p:nvSpPr>
        <p:spPr>
          <a:xfrm>
            <a:off x="6254750" y="494665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2" name="Shape 220"/>
          <p:cNvSpPr/>
          <p:nvPr/>
        </p:nvSpPr>
        <p:spPr>
          <a:xfrm>
            <a:off x="6254750" y="4946650"/>
            <a:ext cx="76200" cy="299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6254750" y="520319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9" name="Shape 227"/>
          <p:cNvSpPr/>
          <p:nvPr/>
        </p:nvSpPr>
        <p:spPr>
          <a:xfrm>
            <a:off x="6254750" y="5203190"/>
            <a:ext cx="76200" cy="2997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6254750" y="5459095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6" name="Shape 234"/>
          <p:cNvSpPr/>
          <p:nvPr/>
        </p:nvSpPr>
        <p:spPr>
          <a:xfrm>
            <a:off x="6254750" y="5459095"/>
            <a:ext cx="76200" cy="2997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50" dirty="0"/>
          </a:p>
        </p:txBody>
      </p:sp>
      <p:sp>
        <p:nvSpPr>
          <p:cNvPr id="242" name="Shape 240"/>
          <p:cNvSpPr/>
          <p:nvPr/>
        </p:nvSpPr>
        <p:spPr>
          <a:xfrm>
            <a:off x="6254750" y="571500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3" name="Shape 241"/>
          <p:cNvSpPr/>
          <p:nvPr/>
        </p:nvSpPr>
        <p:spPr>
          <a:xfrm>
            <a:off x="6254750" y="5715000"/>
            <a:ext cx="76200" cy="29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6" name="Shape 714"/>
          <p:cNvSpPr/>
          <p:nvPr/>
        </p:nvSpPr>
        <p:spPr>
          <a:xfrm>
            <a:off x="6254750" y="6014720"/>
            <a:ext cx="5659755" cy="2997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7" name="Shape 715"/>
          <p:cNvSpPr/>
          <p:nvPr/>
        </p:nvSpPr>
        <p:spPr>
          <a:xfrm>
            <a:off x="6254750" y="6014720"/>
            <a:ext cx="76200" cy="299720"/>
          </a:xfrm>
          <a:prstGeom prst="rect">
            <a:avLst/>
          </a:prstGeom>
          <a:solidFill>
            <a:srgbClr val="A0A0A0"/>
          </a:solidFill>
          <a:ln w="7620">
            <a:solidFill>
              <a:srgbClr val="A0A0A0"/>
            </a:solidFill>
          </a:ln>
        </p:spPr>
        <p:txBody>
          <a:bodyPr/>
          <a:p/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5" name="Shape 723"/>
          <p:cNvSpPr/>
          <p:nvPr/>
        </p:nvSpPr>
        <p:spPr>
          <a:xfrm>
            <a:off x="6254750" y="6314440"/>
            <a:ext cx="5659755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26" name="Shape 724"/>
          <p:cNvSpPr/>
          <p:nvPr/>
        </p:nvSpPr>
        <p:spPr>
          <a:xfrm>
            <a:off x="6254750" y="6314440"/>
            <a:ext cx="76200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</a:ln>
        </p:spPr>
        <p:txBody>
          <a:bodyPr/>
          <a:p/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482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BK均值73天（P90=122天）是唯一超SLA=60天渠道，且件均APE最高（127.5万），大额件审核慢是主要风险。&gt;90天件58件（10.9%）却占APE总量26.7%，大额单长期滞留影响巨大。ICLUB均值22天，小批量高效。</a:t>
            </a:r>
            <a:endParaRPr lang="en-US" sz="550" dirty="0"/>
          </a:p>
        </p:txBody>
      </p:sp>
      <p:sp>
        <p:nvSpPr>
          <p:cNvPr id="255" name="Shape 252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56" name="Text 253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  周度预约渠道贡献构成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）</a:t>
            </a:r>
            <a:endParaRPr lang="en-US" sz="850" dirty="0"/>
          </a:p>
        </p:txBody>
      </p:sp>
      <p:sp>
        <p:nvSpPr>
          <p:cNvPr id="262" name="Shape 258"/>
          <p:cNvSpPr/>
          <p:nvPr/>
        </p:nvSpPr>
        <p:spPr>
          <a:xfrm>
            <a:off x="6162421" y="54864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3" name="Shape 259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4" name="Text 260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 模块B/C — 签单业绩热力矩阵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永明经代是预约基本盘，W12峰值10.4M（28件）创Q1新高，W13仍有3.59M/12件节后持续。ICLUB在W05单周爆发12M后归零，属「脉冲式」大单渠道，连续性差。BK业务W13预约归零（节后），需密切追踪W14回升情况。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永明经代W13签单6.61M/18件，消化3月末积压订单。BK W13签单3.51M/6件（民生2.73M+平安0.78M），稳健延续。W13递交39.7M/90件为单周最高，大量3月末签单件正式进入核保流程——是Q2批核的核心驱动信号。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W08批核爆发（46.88M/30件）创全矩阵APE最高点，W11次之（35.96M/19件），为集中突击核保特征。永明经代批核较均匀，W12仅1.6M/3件，积压件已基本清空。W07全矩阵趋于空白（仅批核10件/7.3M），执行停摆清晰可见。</a:t>
            </a:r>
            <a:endParaRPr lang="en-US" sz="550" dirty="0"/>
          </a:p>
        </p:txBody>
      </p:sp>
      <p:sp>
        <p:nvSpPr>
          <p:cNvPr id="12" name="T7013"/>
          <p:cNvSpPr/>
          <p:nvPr/>
        </p:nvSpPr>
        <p:spPr>
          <a:xfrm>
            <a:off x="182880" y="104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580" dirty="0"/>
          </a:p>
        </p:txBody>
      </p:sp>
      <p:sp>
        <p:nvSpPr>
          <p:cNvPr id="13" name="R7014"/>
          <p:cNvSpPr/>
          <p:nvPr/>
        </p:nvSpPr>
        <p:spPr>
          <a:xfrm>
            <a:off x="691168" y="1042670"/>
            <a:ext cx="390000" cy="290000"/>
          </a:xfrm>
          <a:prstGeom prst="rect">
            <a:avLst/>
          </a:prstGeom>
          <a:solidFill>
            <a:srgbClr val="1F3864">
              <a:alpha val="3937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T7015"/>
          <p:cNvSpPr/>
          <p:nvPr/>
        </p:nvSpPr>
        <p:spPr>
          <a:xfrm>
            <a:off x="69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15" name="T7016"/>
          <p:cNvSpPr/>
          <p:nvPr/>
        </p:nvSpPr>
        <p:spPr>
          <a:xfrm>
            <a:off x="69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6" name="R7017"/>
          <p:cNvSpPr/>
          <p:nvPr/>
        </p:nvSpPr>
        <p:spPr>
          <a:xfrm>
            <a:off x="1081168" y="1042670"/>
            <a:ext cx="390000" cy="290000"/>
          </a:xfrm>
          <a:prstGeom prst="rect">
            <a:avLst/>
          </a:prstGeom>
          <a:solidFill>
            <a:srgbClr val="1F3864">
              <a:alpha val="5754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" name="T7018"/>
          <p:cNvSpPr/>
          <p:nvPr/>
        </p:nvSpPr>
        <p:spPr>
          <a:xfrm>
            <a:off x="108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4.1M</a:t>
            </a:r>
            <a:endParaRPr lang="zh-CN" sz="570" dirty="0"/>
          </a:p>
        </p:txBody>
      </p:sp>
      <p:sp>
        <p:nvSpPr>
          <p:cNvPr id="18" name="T7019"/>
          <p:cNvSpPr/>
          <p:nvPr/>
        </p:nvSpPr>
        <p:spPr>
          <a:xfrm>
            <a:off x="108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9" name="R7020"/>
          <p:cNvSpPr/>
          <p:nvPr/>
        </p:nvSpPr>
        <p:spPr>
          <a:xfrm>
            <a:off x="1471168" y="1042670"/>
            <a:ext cx="390000" cy="290000"/>
          </a:xfrm>
          <a:prstGeom prst="rect">
            <a:avLst/>
          </a:prstGeom>
          <a:solidFill>
            <a:srgbClr val="1F3864">
              <a:alpha val="7785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T7021"/>
          <p:cNvSpPr/>
          <p:nvPr/>
        </p:nvSpPr>
        <p:spPr>
          <a:xfrm>
            <a:off x="147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6.0M</a:t>
            </a:r>
            <a:endParaRPr lang="zh-CN" sz="570" dirty="0"/>
          </a:p>
        </p:txBody>
      </p:sp>
      <p:sp>
        <p:nvSpPr>
          <p:cNvPr id="21" name="T7022"/>
          <p:cNvSpPr/>
          <p:nvPr/>
        </p:nvSpPr>
        <p:spPr>
          <a:xfrm>
            <a:off x="147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2" name="R7023"/>
          <p:cNvSpPr/>
          <p:nvPr/>
        </p:nvSpPr>
        <p:spPr>
          <a:xfrm>
            <a:off x="1861168" y="1042670"/>
            <a:ext cx="390000" cy="290000"/>
          </a:xfrm>
          <a:prstGeom prst="rect">
            <a:avLst/>
          </a:prstGeom>
          <a:solidFill>
            <a:srgbClr val="1F3864">
              <a:alpha val="3368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" name="T7024"/>
          <p:cNvSpPr/>
          <p:nvPr/>
        </p:nvSpPr>
        <p:spPr>
          <a:xfrm>
            <a:off x="186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24" name="T7025"/>
          <p:cNvSpPr/>
          <p:nvPr/>
        </p:nvSpPr>
        <p:spPr>
          <a:xfrm>
            <a:off x="186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25" name="R7026"/>
          <p:cNvSpPr/>
          <p:nvPr/>
        </p:nvSpPr>
        <p:spPr>
          <a:xfrm>
            <a:off x="2251168" y="1042670"/>
            <a:ext cx="390000" cy="290000"/>
          </a:xfrm>
          <a:prstGeom prst="rect">
            <a:avLst/>
          </a:prstGeom>
          <a:solidFill>
            <a:srgbClr val="1F3864">
              <a:alpha val="5968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6" name="T7027"/>
          <p:cNvSpPr/>
          <p:nvPr/>
        </p:nvSpPr>
        <p:spPr>
          <a:xfrm>
            <a:off x="225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dirty="0"/>
          </a:p>
        </p:txBody>
      </p:sp>
      <p:sp>
        <p:nvSpPr>
          <p:cNvPr id="27" name="T7028"/>
          <p:cNvSpPr/>
          <p:nvPr/>
        </p:nvSpPr>
        <p:spPr>
          <a:xfrm>
            <a:off x="225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8" name="R7029"/>
          <p:cNvSpPr/>
          <p:nvPr/>
        </p:nvSpPr>
        <p:spPr>
          <a:xfrm>
            <a:off x="2641168" y="1042670"/>
            <a:ext cx="390000" cy="290000"/>
          </a:xfrm>
          <a:prstGeom prst="rect">
            <a:avLst/>
          </a:prstGeom>
          <a:solidFill>
            <a:srgbClr val="1F3864">
              <a:alpha val="4701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" name="T7030"/>
          <p:cNvSpPr/>
          <p:nvPr/>
        </p:nvSpPr>
        <p:spPr>
          <a:xfrm>
            <a:off x="264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3.1M</a:t>
            </a:r>
            <a:endParaRPr lang="zh-CN" sz="570" dirty="0"/>
          </a:p>
        </p:txBody>
      </p:sp>
      <p:sp>
        <p:nvSpPr>
          <p:cNvPr id="30" name="T7031"/>
          <p:cNvSpPr/>
          <p:nvPr/>
        </p:nvSpPr>
        <p:spPr>
          <a:xfrm>
            <a:off x="264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31" name="R7032"/>
          <p:cNvSpPr/>
          <p:nvPr/>
        </p:nvSpPr>
        <p:spPr>
          <a:xfrm>
            <a:off x="3031168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" name="R7033"/>
          <p:cNvSpPr/>
          <p:nvPr/>
        </p:nvSpPr>
        <p:spPr>
          <a:xfrm>
            <a:off x="3421168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R7034"/>
          <p:cNvSpPr/>
          <p:nvPr/>
        </p:nvSpPr>
        <p:spPr>
          <a:xfrm>
            <a:off x="3811168" y="1042670"/>
            <a:ext cx="390000" cy="290000"/>
          </a:xfrm>
          <a:prstGeom prst="rect">
            <a:avLst/>
          </a:prstGeom>
          <a:solidFill>
            <a:srgbClr val="1F3864">
              <a:alpha val="3937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4" name="T7035"/>
          <p:cNvSpPr/>
          <p:nvPr/>
        </p:nvSpPr>
        <p:spPr>
          <a:xfrm>
            <a:off x="381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35" name="T7036"/>
          <p:cNvSpPr/>
          <p:nvPr/>
        </p:nvSpPr>
        <p:spPr>
          <a:xfrm>
            <a:off x="381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36" name="R7037"/>
          <p:cNvSpPr/>
          <p:nvPr/>
        </p:nvSpPr>
        <p:spPr>
          <a:xfrm>
            <a:off x="4201168" y="1042670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7038"/>
          <p:cNvSpPr/>
          <p:nvPr/>
        </p:nvSpPr>
        <p:spPr>
          <a:xfrm>
            <a:off x="420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5.5M</a:t>
            </a:r>
            <a:endParaRPr lang="zh-CN" sz="570" dirty="0"/>
          </a:p>
        </p:txBody>
      </p:sp>
      <p:sp>
        <p:nvSpPr>
          <p:cNvPr id="38" name="T7039"/>
          <p:cNvSpPr/>
          <p:nvPr/>
        </p:nvSpPr>
        <p:spPr>
          <a:xfrm>
            <a:off x="420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39" name="R7040"/>
          <p:cNvSpPr/>
          <p:nvPr/>
        </p:nvSpPr>
        <p:spPr>
          <a:xfrm>
            <a:off x="4591168" y="1042670"/>
            <a:ext cx="390000" cy="290000"/>
          </a:xfrm>
          <a:prstGeom prst="rect">
            <a:avLst/>
          </a:prstGeom>
          <a:solidFill>
            <a:srgbClr val="1F3864">
              <a:alpha val="5968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0" name="T7041"/>
          <p:cNvSpPr/>
          <p:nvPr/>
        </p:nvSpPr>
        <p:spPr>
          <a:xfrm>
            <a:off x="459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dirty="0"/>
          </a:p>
        </p:txBody>
      </p:sp>
      <p:sp>
        <p:nvSpPr>
          <p:cNvPr id="41" name="T7042"/>
          <p:cNvSpPr/>
          <p:nvPr/>
        </p:nvSpPr>
        <p:spPr>
          <a:xfrm>
            <a:off x="459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42" name="R7043"/>
          <p:cNvSpPr/>
          <p:nvPr/>
        </p:nvSpPr>
        <p:spPr>
          <a:xfrm>
            <a:off x="4981168" y="1042670"/>
            <a:ext cx="390000" cy="290000"/>
          </a:xfrm>
          <a:prstGeom prst="rect">
            <a:avLst/>
          </a:prstGeom>
          <a:solidFill>
            <a:srgbClr val="1F3864">
              <a:alpha val="3531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7044"/>
          <p:cNvSpPr/>
          <p:nvPr/>
        </p:nvSpPr>
        <p:spPr>
          <a:xfrm>
            <a:off x="4981168" y="104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4" name="T7045"/>
          <p:cNvSpPr/>
          <p:nvPr/>
        </p:nvSpPr>
        <p:spPr>
          <a:xfrm>
            <a:off x="4981168" y="121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5" name="T7049"/>
          <p:cNvSpPr/>
          <p:nvPr/>
        </p:nvSpPr>
        <p:spPr>
          <a:xfrm>
            <a:off x="182880" y="133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580" dirty="0"/>
          </a:p>
        </p:txBody>
      </p:sp>
      <p:sp>
        <p:nvSpPr>
          <p:cNvPr id="46" name="R7050"/>
          <p:cNvSpPr/>
          <p:nvPr/>
        </p:nvSpPr>
        <p:spPr>
          <a:xfrm>
            <a:off x="691168" y="1332670"/>
            <a:ext cx="390000" cy="290000"/>
          </a:xfrm>
          <a:prstGeom prst="rect">
            <a:avLst/>
          </a:prstGeom>
          <a:solidFill>
            <a:srgbClr val="1A7A3F">
              <a:alpha val="3176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7051"/>
          <p:cNvSpPr/>
          <p:nvPr/>
        </p:nvSpPr>
        <p:spPr>
          <a:xfrm>
            <a:off x="69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zh-CN" sz="570" dirty="0"/>
          </a:p>
        </p:txBody>
      </p:sp>
      <p:sp>
        <p:nvSpPr>
          <p:cNvPr id="48" name="T7052"/>
          <p:cNvSpPr/>
          <p:nvPr/>
        </p:nvSpPr>
        <p:spPr>
          <a:xfrm>
            <a:off x="69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49" name="R7053"/>
          <p:cNvSpPr/>
          <p:nvPr/>
        </p:nvSpPr>
        <p:spPr>
          <a:xfrm>
            <a:off x="1081168" y="1332670"/>
            <a:ext cx="390000" cy="290000"/>
          </a:xfrm>
          <a:prstGeom prst="rect">
            <a:avLst/>
          </a:prstGeom>
          <a:solidFill>
            <a:srgbClr val="1A7A3F">
              <a:alpha val="4621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0" name="T7054"/>
          <p:cNvSpPr/>
          <p:nvPr/>
        </p:nvSpPr>
        <p:spPr>
          <a:xfrm>
            <a:off x="108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5.4M</a:t>
            </a:r>
            <a:endParaRPr lang="zh-CN" sz="570" dirty="0"/>
          </a:p>
        </p:txBody>
      </p:sp>
      <p:sp>
        <p:nvSpPr>
          <p:cNvPr id="51" name="T7055"/>
          <p:cNvSpPr/>
          <p:nvPr/>
        </p:nvSpPr>
        <p:spPr>
          <a:xfrm>
            <a:off x="108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</a:t>
            </a:r>
            <a:endParaRPr lang="zh-CN" sz="500" dirty="0"/>
          </a:p>
        </p:txBody>
      </p:sp>
      <p:sp>
        <p:nvSpPr>
          <p:cNvPr id="52" name="R7056"/>
          <p:cNvSpPr/>
          <p:nvPr/>
        </p:nvSpPr>
        <p:spPr>
          <a:xfrm>
            <a:off x="1471168" y="1332670"/>
            <a:ext cx="390000" cy="290000"/>
          </a:xfrm>
          <a:prstGeom prst="rect">
            <a:avLst/>
          </a:prstGeom>
          <a:solidFill>
            <a:srgbClr val="1A7A3F">
              <a:alpha val="4880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7057"/>
          <p:cNvSpPr/>
          <p:nvPr/>
        </p:nvSpPr>
        <p:spPr>
          <a:xfrm>
            <a:off x="147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5.9M</a:t>
            </a:r>
            <a:endParaRPr lang="zh-CN" sz="570" dirty="0"/>
          </a:p>
        </p:txBody>
      </p:sp>
      <p:sp>
        <p:nvSpPr>
          <p:cNvPr id="54" name="T7058"/>
          <p:cNvSpPr/>
          <p:nvPr/>
        </p:nvSpPr>
        <p:spPr>
          <a:xfrm>
            <a:off x="147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55" name="R7059"/>
          <p:cNvSpPr/>
          <p:nvPr/>
        </p:nvSpPr>
        <p:spPr>
          <a:xfrm>
            <a:off x="1861168" y="1332670"/>
            <a:ext cx="390000" cy="290000"/>
          </a:xfrm>
          <a:prstGeom prst="rect">
            <a:avLst/>
          </a:prstGeom>
          <a:solidFill>
            <a:srgbClr val="1A7A3F">
              <a:alpha val="4119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6" name="T7060"/>
          <p:cNvSpPr/>
          <p:nvPr/>
        </p:nvSpPr>
        <p:spPr>
          <a:xfrm>
            <a:off x="186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57" name="T7061"/>
          <p:cNvSpPr/>
          <p:nvPr/>
        </p:nvSpPr>
        <p:spPr>
          <a:xfrm>
            <a:off x="186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58" name="R7062"/>
          <p:cNvSpPr/>
          <p:nvPr/>
        </p:nvSpPr>
        <p:spPr>
          <a:xfrm>
            <a:off x="2251168" y="1332670"/>
            <a:ext cx="390000" cy="290000"/>
          </a:xfrm>
          <a:prstGeom prst="rect">
            <a:avLst/>
          </a:prstGeom>
          <a:solidFill>
            <a:srgbClr val="1A7A3F">
              <a:alpha val="5054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9" name="T7063"/>
          <p:cNvSpPr/>
          <p:nvPr/>
        </p:nvSpPr>
        <p:spPr>
          <a:xfrm>
            <a:off x="225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6.2M</a:t>
            </a:r>
            <a:endParaRPr lang="zh-CN" sz="570" dirty="0"/>
          </a:p>
        </p:txBody>
      </p:sp>
      <p:sp>
        <p:nvSpPr>
          <p:cNvPr id="60" name="T7064"/>
          <p:cNvSpPr/>
          <p:nvPr/>
        </p:nvSpPr>
        <p:spPr>
          <a:xfrm>
            <a:off x="225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61" name="R7065"/>
          <p:cNvSpPr/>
          <p:nvPr/>
        </p:nvSpPr>
        <p:spPr>
          <a:xfrm>
            <a:off x="2641168" y="1332670"/>
            <a:ext cx="390000" cy="290000"/>
          </a:xfrm>
          <a:prstGeom prst="rect">
            <a:avLst/>
          </a:prstGeom>
          <a:solidFill>
            <a:srgbClr val="1A7A3F">
              <a:alpha val="6311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T7066"/>
          <p:cNvSpPr/>
          <p:nvPr/>
        </p:nvSpPr>
        <p:spPr>
          <a:xfrm>
            <a:off x="264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8.4M</a:t>
            </a:r>
            <a:endParaRPr lang="zh-CN" sz="570" dirty="0"/>
          </a:p>
        </p:txBody>
      </p:sp>
      <p:sp>
        <p:nvSpPr>
          <p:cNvPr id="63" name="T7067"/>
          <p:cNvSpPr/>
          <p:nvPr/>
        </p:nvSpPr>
        <p:spPr>
          <a:xfrm>
            <a:off x="264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22件</a:t>
            </a:r>
            <a:endParaRPr lang="zh-CN" sz="500" dirty="0"/>
          </a:p>
        </p:txBody>
      </p:sp>
      <p:sp>
        <p:nvSpPr>
          <p:cNvPr id="64" name="R7068"/>
          <p:cNvSpPr/>
          <p:nvPr/>
        </p:nvSpPr>
        <p:spPr>
          <a:xfrm>
            <a:off x="3031168" y="1332670"/>
            <a:ext cx="390000" cy="290000"/>
          </a:xfrm>
          <a:prstGeom prst="rect">
            <a:avLst/>
          </a:prstGeom>
          <a:solidFill>
            <a:srgbClr val="1A7A3F">
              <a:alpha val="2530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5" name="T7069"/>
          <p:cNvSpPr/>
          <p:nvPr/>
        </p:nvSpPr>
        <p:spPr>
          <a:xfrm>
            <a:off x="303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66" name="T7070"/>
          <p:cNvSpPr/>
          <p:nvPr/>
        </p:nvSpPr>
        <p:spPr>
          <a:xfrm>
            <a:off x="303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67" name="R7071"/>
          <p:cNvSpPr/>
          <p:nvPr/>
        </p:nvSpPr>
        <p:spPr>
          <a:xfrm>
            <a:off x="3421168" y="1332670"/>
            <a:ext cx="390000" cy="290000"/>
          </a:xfrm>
          <a:prstGeom prst="rect">
            <a:avLst/>
          </a:prstGeom>
          <a:solidFill>
            <a:srgbClr val="1A7A3F">
              <a:alpha val="4848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8" name="T7072"/>
          <p:cNvSpPr/>
          <p:nvPr/>
        </p:nvSpPr>
        <p:spPr>
          <a:xfrm>
            <a:off x="342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69" name="T7073"/>
          <p:cNvSpPr/>
          <p:nvPr/>
        </p:nvSpPr>
        <p:spPr>
          <a:xfrm>
            <a:off x="342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70" name="R7074"/>
          <p:cNvSpPr/>
          <p:nvPr/>
        </p:nvSpPr>
        <p:spPr>
          <a:xfrm>
            <a:off x="3811168" y="1332670"/>
            <a:ext cx="390000" cy="290000"/>
          </a:xfrm>
          <a:prstGeom prst="rect">
            <a:avLst/>
          </a:prstGeom>
          <a:solidFill>
            <a:srgbClr val="1A7A3F">
              <a:alpha val="3247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1" name="T7075"/>
          <p:cNvSpPr/>
          <p:nvPr/>
        </p:nvSpPr>
        <p:spPr>
          <a:xfrm>
            <a:off x="381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zh-CN" sz="570" dirty="0"/>
          </a:p>
        </p:txBody>
      </p:sp>
      <p:sp>
        <p:nvSpPr>
          <p:cNvPr id="72" name="T7076"/>
          <p:cNvSpPr/>
          <p:nvPr/>
        </p:nvSpPr>
        <p:spPr>
          <a:xfrm>
            <a:off x="381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73" name="R7077"/>
          <p:cNvSpPr/>
          <p:nvPr/>
        </p:nvSpPr>
        <p:spPr>
          <a:xfrm>
            <a:off x="4201168" y="1332670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T7078"/>
          <p:cNvSpPr/>
          <p:nvPr/>
        </p:nvSpPr>
        <p:spPr>
          <a:xfrm>
            <a:off x="420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11.3M</a:t>
            </a:r>
            <a:endParaRPr lang="zh-CN" sz="570" dirty="0"/>
          </a:p>
        </p:txBody>
      </p:sp>
      <p:sp>
        <p:nvSpPr>
          <p:cNvPr id="75" name="T7079"/>
          <p:cNvSpPr/>
          <p:nvPr/>
        </p:nvSpPr>
        <p:spPr>
          <a:xfrm>
            <a:off x="420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76" name="R7080"/>
          <p:cNvSpPr/>
          <p:nvPr/>
        </p:nvSpPr>
        <p:spPr>
          <a:xfrm>
            <a:off x="4591168" y="1332670"/>
            <a:ext cx="390000" cy="290000"/>
          </a:xfrm>
          <a:prstGeom prst="rect">
            <a:avLst/>
          </a:prstGeom>
          <a:solidFill>
            <a:srgbClr val="1A7A3F">
              <a:alpha val="7531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7" name="T7081"/>
          <p:cNvSpPr/>
          <p:nvPr/>
        </p:nvSpPr>
        <p:spPr>
          <a:xfrm>
            <a:off x="459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10.5M</a:t>
            </a:r>
            <a:endParaRPr lang="zh-CN" sz="570" dirty="0"/>
          </a:p>
        </p:txBody>
      </p:sp>
      <p:sp>
        <p:nvSpPr>
          <p:cNvPr id="78" name="T7082"/>
          <p:cNvSpPr/>
          <p:nvPr/>
        </p:nvSpPr>
        <p:spPr>
          <a:xfrm>
            <a:off x="459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</a:t>
            </a:r>
            <a:endParaRPr lang="zh-CN" sz="500" dirty="0"/>
          </a:p>
        </p:txBody>
      </p:sp>
      <p:sp>
        <p:nvSpPr>
          <p:cNvPr id="79" name="R7083"/>
          <p:cNvSpPr/>
          <p:nvPr/>
        </p:nvSpPr>
        <p:spPr>
          <a:xfrm>
            <a:off x="4981168" y="1332670"/>
            <a:ext cx="390000" cy="290000"/>
          </a:xfrm>
          <a:prstGeom prst="rect">
            <a:avLst/>
          </a:prstGeom>
          <a:solidFill>
            <a:srgbClr val="1A7A3F">
              <a:alpha val="5932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" name="T7084"/>
          <p:cNvSpPr/>
          <p:nvPr/>
        </p:nvSpPr>
        <p:spPr>
          <a:xfrm>
            <a:off x="498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10.4M</a:t>
            </a:r>
            <a:endParaRPr lang="zh-CN" sz="570" dirty="0"/>
          </a:p>
        </p:txBody>
      </p:sp>
      <p:sp>
        <p:nvSpPr>
          <p:cNvPr id="81" name="T7085"/>
          <p:cNvSpPr/>
          <p:nvPr/>
        </p:nvSpPr>
        <p:spPr>
          <a:xfrm>
            <a:off x="498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28件</a:t>
            </a:r>
            <a:endParaRPr lang="zh-CN" sz="500" dirty="0"/>
          </a:p>
        </p:txBody>
      </p:sp>
      <p:sp>
        <p:nvSpPr>
          <p:cNvPr id="82" name="R7086"/>
          <p:cNvSpPr/>
          <p:nvPr/>
        </p:nvSpPr>
        <p:spPr>
          <a:xfrm>
            <a:off x="5371168" y="133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" name="T7087"/>
          <p:cNvSpPr/>
          <p:nvPr/>
        </p:nvSpPr>
        <p:spPr>
          <a:xfrm>
            <a:off x="537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zh-CN" sz="570" dirty="0"/>
          </a:p>
        </p:txBody>
      </p:sp>
      <p:sp>
        <p:nvSpPr>
          <p:cNvPr id="84" name="T7088"/>
          <p:cNvSpPr/>
          <p:nvPr/>
        </p:nvSpPr>
        <p:spPr>
          <a:xfrm>
            <a:off x="537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85" name="T7089"/>
          <p:cNvSpPr/>
          <p:nvPr/>
        </p:nvSpPr>
        <p:spPr>
          <a:xfrm>
            <a:off x="182880" y="162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580" dirty="0"/>
          </a:p>
        </p:txBody>
      </p:sp>
      <p:sp>
        <p:nvSpPr>
          <p:cNvPr id="86" name="R7090"/>
          <p:cNvSpPr/>
          <p:nvPr/>
        </p:nvSpPr>
        <p:spPr>
          <a:xfrm>
            <a:off x="691168" y="1622670"/>
            <a:ext cx="390000" cy="290000"/>
          </a:xfrm>
          <a:prstGeom prst="rect">
            <a:avLst/>
          </a:prstGeom>
          <a:solidFill>
            <a:srgbClr val="2980B9">
              <a:alpha val="1652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7" name="T7091"/>
          <p:cNvSpPr/>
          <p:nvPr/>
        </p:nvSpPr>
        <p:spPr>
          <a:xfrm>
            <a:off x="69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8" name="T7092"/>
          <p:cNvSpPr/>
          <p:nvPr/>
        </p:nvSpPr>
        <p:spPr>
          <a:xfrm>
            <a:off x="69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9" name="R7093"/>
          <p:cNvSpPr/>
          <p:nvPr/>
        </p:nvSpPr>
        <p:spPr>
          <a:xfrm>
            <a:off x="1081168" y="1622670"/>
            <a:ext cx="390000" cy="290000"/>
          </a:xfrm>
          <a:prstGeom prst="rect">
            <a:avLst/>
          </a:prstGeom>
          <a:solidFill>
            <a:srgbClr val="2980B9">
              <a:alpha val="2645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" name="T7094"/>
          <p:cNvSpPr/>
          <p:nvPr/>
        </p:nvSpPr>
        <p:spPr>
          <a:xfrm>
            <a:off x="108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zh-CN" sz="570" dirty="0"/>
          </a:p>
        </p:txBody>
      </p:sp>
      <p:sp>
        <p:nvSpPr>
          <p:cNvPr id="91" name="T7095"/>
          <p:cNvSpPr/>
          <p:nvPr/>
        </p:nvSpPr>
        <p:spPr>
          <a:xfrm>
            <a:off x="108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92" name="R7096"/>
          <p:cNvSpPr/>
          <p:nvPr/>
        </p:nvSpPr>
        <p:spPr>
          <a:xfrm>
            <a:off x="1471168" y="1622670"/>
            <a:ext cx="390000" cy="290000"/>
          </a:xfrm>
          <a:prstGeom prst="rect">
            <a:avLst/>
          </a:prstGeom>
          <a:solidFill>
            <a:srgbClr val="2980B9">
              <a:alpha val="4139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3" name="T7097"/>
          <p:cNvSpPr/>
          <p:nvPr/>
        </p:nvSpPr>
        <p:spPr>
          <a:xfrm>
            <a:off x="147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94" name="T7098"/>
          <p:cNvSpPr/>
          <p:nvPr/>
        </p:nvSpPr>
        <p:spPr>
          <a:xfrm>
            <a:off x="147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95" name="R7099"/>
          <p:cNvSpPr/>
          <p:nvPr/>
        </p:nvSpPr>
        <p:spPr>
          <a:xfrm>
            <a:off x="1861168" y="1622670"/>
            <a:ext cx="390000" cy="290000"/>
          </a:xfrm>
          <a:prstGeom prst="rect">
            <a:avLst/>
          </a:prstGeom>
          <a:solidFill>
            <a:srgbClr val="2980B9">
              <a:alpha val="3880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6" name="T7100"/>
          <p:cNvSpPr/>
          <p:nvPr/>
        </p:nvSpPr>
        <p:spPr>
          <a:xfrm>
            <a:off x="186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97" name="T7101"/>
          <p:cNvSpPr/>
          <p:nvPr/>
        </p:nvSpPr>
        <p:spPr>
          <a:xfrm>
            <a:off x="186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98" name="R7102"/>
          <p:cNvSpPr/>
          <p:nvPr/>
        </p:nvSpPr>
        <p:spPr>
          <a:xfrm>
            <a:off x="2251168" y="1622670"/>
            <a:ext cx="390000" cy="290000"/>
          </a:xfrm>
          <a:prstGeom prst="rect">
            <a:avLst/>
          </a:prstGeom>
          <a:solidFill>
            <a:srgbClr val="2980B9">
              <a:alpha val="6715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9" name="T7103"/>
          <p:cNvSpPr/>
          <p:nvPr/>
        </p:nvSpPr>
        <p:spPr>
          <a:xfrm>
            <a:off x="225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5.3M</a:t>
            </a:r>
            <a:endParaRPr lang="zh-CN" sz="570" dirty="0"/>
          </a:p>
        </p:txBody>
      </p:sp>
      <p:sp>
        <p:nvSpPr>
          <p:cNvPr id="100" name="T7104"/>
          <p:cNvSpPr/>
          <p:nvPr/>
        </p:nvSpPr>
        <p:spPr>
          <a:xfrm>
            <a:off x="225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01" name="R7105"/>
          <p:cNvSpPr/>
          <p:nvPr/>
        </p:nvSpPr>
        <p:spPr>
          <a:xfrm>
            <a:off x="2641168" y="1622670"/>
            <a:ext cx="390000" cy="290000"/>
          </a:xfrm>
          <a:prstGeom prst="rect">
            <a:avLst/>
          </a:prstGeom>
          <a:solidFill>
            <a:srgbClr val="2980B9">
              <a:alpha val="5429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T7106"/>
          <p:cNvSpPr/>
          <p:nvPr/>
        </p:nvSpPr>
        <p:spPr>
          <a:xfrm>
            <a:off x="264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103" name="T7107"/>
          <p:cNvSpPr/>
          <p:nvPr/>
        </p:nvSpPr>
        <p:spPr>
          <a:xfrm>
            <a:off x="264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104" name="R7108"/>
          <p:cNvSpPr/>
          <p:nvPr/>
        </p:nvSpPr>
        <p:spPr>
          <a:xfrm>
            <a:off x="3031168" y="1622670"/>
            <a:ext cx="390000" cy="290000"/>
          </a:xfrm>
          <a:prstGeom prst="rect">
            <a:avLst/>
          </a:prstGeom>
          <a:solidFill>
            <a:srgbClr val="2980B9">
              <a:alpha val="2110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5" name="T7109"/>
          <p:cNvSpPr/>
          <p:nvPr/>
        </p:nvSpPr>
        <p:spPr>
          <a:xfrm>
            <a:off x="303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106" name="T7110"/>
          <p:cNvSpPr/>
          <p:nvPr/>
        </p:nvSpPr>
        <p:spPr>
          <a:xfrm>
            <a:off x="303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07" name="R7111"/>
          <p:cNvSpPr/>
          <p:nvPr/>
        </p:nvSpPr>
        <p:spPr>
          <a:xfrm>
            <a:off x="3421168" y="1622670"/>
            <a:ext cx="390000" cy="290000"/>
          </a:xfrm>
          <a:prstGeom prst="rect">
            <a:avLst/>
          </a:prstGeom>
          <a:solidFill>
            <a:srgbClr val="2980B9">
              <a:alpha val="188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T7112"/>
          <p:cNvSpPr/>
          <p:nvPr/>
        </p:nvSpPr>
        <p:spPr>
          <a:xfrm>
            <a:off x="342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109" name="T7113"/>
          <p:cNvSpPr/>
          <p:nvPr/>
        </p:nvSpPr>
        <p:spPr>
          <a:xfrm>
            <a:off x="342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10" name="R7114"/>
          <p:cNvSpPr/>
          <p:nvPr/>
        </p:nvSpPr>
        <p:spPr>
          <a:xfrm>
            <a:off x="3811168" y="1622670"/>
            <a:ext cx="390000" cy="290000"/>
          </a:xfrm>
          <a:prstGeom prst="rect">
            <a:avLst/>
          </a:prstGeom>
          <a:solidFill>
            <a:srgbClr val="2980B9">
              <a:alpha val="162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1" name="T7115"/>
          <p:cNvSpPr/>
          <p:nvPr/>
        </p:nvSpPr>
        <p:spPr>
          <a:xfrm>
            <a:off x="381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112" name="T7116"/>
          <p:cNvSpPr/>
          <p:nvPr/>
        </p:nvSpPr>
        <p:spPr>
          <a:xfrm>
            <a:off x="381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13" name="R7117"/>
          <p:cNvSpPr/>
          <p:nvPr/>
        </p:nvSpPr>
        <p:spPr>
          <a:xfrm>
            <a:off x="4201168" y="1622670"/>
            <a:ext cx="390000" cy="290000"/>
          </a:xfrm>
          <a:prstGeom prst="rect">
            <a:avLst/>
          </a:prstGeom>
          <a:solidFill>
            <a:srgbClr val="2980B9">
              <a:alpha val="2586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4" name="T7118"/>
          <p:cNvSpPr/>
          <p:nvPr/>
        </p:nvSpPr>
        <p:spPr>
          <a:xfrm>
            <a:off x="420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115" name="T7119"/>
          <p:cNvSpPr/>
          <p:nvPr/>
        </p:nvSpPr>
        <p:spPr>
          <a:xfrm>
            <a:off x="420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16" name="R7120"/>
          <p:cNvSpPr/>
          <p:nvPr/>
        </p:nvSpPr>
        <p:spPr>
          <a:xfrm>
            <a:off x="4591168" y="1622670"/>
            <a:ext cx="390000" cy="290000"/>
          </a:xfrm>
          <a:prstGeom prst="rect">
            <a:avLst/>
          </a:prstGeom>
          <a:solidFill>
            <a:srgbClr val="2980B9">
              <a:alpha val="5509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7" name="T7121"/>
          <p:cNvSpPr/>
          <p:nvPr/>
        </p:nvSpPr>
        <p:spPr>
          <a:xfrm>
            <a:off x="459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4.1M</a:t>
            </a:r>
            <a:endParaRPr lang="zh-CN" sz="570" dirty="0"/>
          </a:p>
        </p:txBody>
      </p:sp>
      <p:sp>
        <p:nvSpPr>
          <p:cNvPr id="118" name="T7122"/>
          <p:cNvSpPr/>
          <p:nvPr/>
        </p:nvSpPr>
        <p:spPr>
          <a:xfrm>
            <a:off x="459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19" name="R7123"/>
          <p:cNvSpPr/>
          <p:nvPr/>
        </p:nvSpPr>
        <p:spPr>
          <a:xfrm>
            <a:off x="4981168" y="1622670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0" name="T7124"/>
          <p:cNvSpPr/>
          <p:nvPr/>
        </p:nvSpPr>
        <p:spPr>
          <a:xfrm>
            <a:off x="498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6.6M</a:t>
            </a:r>
            <a:endParaRPr lang="zh-CN" sz="570" dirty="0"/>
          </a:p>
        </p:txBody>
      </p:sp>
      <p:sp>
        <p:nvSpPr>
          <p:cNvPr id="121" name="T7125"/>
          <p:cNvSpPr/>
          <p:nvPr/>
        </p:nvSpPr>
        <p:spPr>
          <a:xfrm>
            <a:off x="498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122" name="R7126"/>
          <p:cNvSpPr/>
          <p:nvPr/>
        </p:nvSpPr>
        <p:spPr>
          <a:xfrm>
            <a:off x="5371168" y="162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3" name="T7127"/>
          <p:cNvSpPr/>
          <p:nvPr/>
        </p:nvSpPr>
        <p:spPr>
          <a:xfrm>
            <a:off x="537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124" name="T7128"/>
          <p:cNvSpPr/>
          <p:nvPr/>
        </p:nvSpPr>
        <p:spPr>
          <a:xfrm>
            <a:off x="537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125" name="T7129"/>
          <p:cNvSpPr/>
          <p:nvPr/>
        </p:nvSpPr>
        <p:spPr>
          <a:xfrm>
            <a:off x="182880" y="191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580" dirty="0"/>
          </a:p>
        </p:txBody>
      </p:sp>
      <p:sp>
        <p:nvSpPr>
          <p:cNvPr id="126" name="R7130"/>
          <p:cNvSpPr/>
          <p:nvPr/>
        </p:nvSpPr>
        <p:spPr>
          <a:xfrm>
            <a:off x="691168" y="1912670"/>
            <a:ext cx="390000" cy="290000"/>
          </a:xfrm>
          <a:prstGeom prst="rect">
            <a:avLst/>
          </a:prstGeom>
          <a:solidFill>
            <a:srgbClr val="E67E22">
              <a:alpha val="184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7" name="T7131"/>
          <p:cNvSpPr/>
          <p:nvPr/>
        </p:nvSpPr>
        <p:spPr>
          <a:xfrm>
            <a:off x="69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128" name="T7132"/>
          <p:cNvSpPr/>
          <p:nvPr/>
        </p:nvSpPr>
        <p:spPr>
          <a:xfrm>
            <a:off x="69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29" name="R7133"/>
          <p:cNvSpPr/>
          <p:nvPr/>
        </p:nvSpPr>
        <p:spPr>
          <a:xfrm>
            <a:off x="1081168" y="1912670"/>
            <a:ext cx="390000" cy="290000"/>
          </a:xfrm>
          <a:prstGeom prst="rect">
            <a:avLst/>
          </a:prstGeom>
          <a:solidFill>
            <a:srgbClr val="E67E22">
              <a:alpha val="2891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0" name="T7134"/>
          <p:cNvSpPr/>
          <p:nvPr/>
        </p:nvSpPr>
        <p:spPr>
          <a:xfrm>
            <a:off x="108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131" name="T7135"/>
          <p:cNvSpPr/>
          <p:nvPr/>
        </p:nvSpPr>
        <p:spPr>
          <a:xfrm>
            <a:off x="108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32" name="R7136"/>
          <p:cNvSpPr/>
          <p:nvPr/>
        </p:nvSpPr>
        <p:spPr>
          <a:xfrm>
            <a:off x="1471168" y="1912670"/>
            <a:ext cx="390000" cy="290000"/>
          </a:xfrm>
          <a:prstGeom prst="rect">
            <a:avLst/>
          </a:prstGeom>
          <a:solidFill>
            <a:srgbClr val="E67E22">
              <a:alpha val="7307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7137"/>
          <p:cNvSpPr/>
          <p:nvPr/>
        </p:nvSpPr>
        <p:spPr>
          <a:xfrm>
            <a:off x="147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134" name="T7138"/>
          <p:cNvSpPr/>
          <p:nvPr/>
        </p:nvSpPr>
        <p:spPr>
          <a:xfrm>
            <a:off x="147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35" name="R7139"/>
          <p:cNvSpPr/>
          <p:nvPr/>
        </p:nvSpPr>
        <p:spPr>
          <a:xfrm>
            <a:off x="1861168" y="1912670"/>
            <a:ext cx="390000" cy="290000"/>
          </a:xfrm>
          <a:prstGeom prst="rect">
            <a:avLst/>
          </a:prstGeom>
          <a:solidFill>
            <a:srgbClr val="E67E22">
              <a:alpha val="2982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T7140"/>
          <p:cNvSpPr/>
          <p:nvPr/>
        </p:nvSpPr>
        <p:spPr>
          <a:xfrm>
            <a:off x="186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137" name="T7141"/>
          <p:cNvSpPr/>
          <p:nvPr/>
        </p:nvSpPr>
        <p:spPr>
          <a:xfrm>
            <a:off x="186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138" name="R7142"/>
          <p:cNvSpPr/>
          <p:nvPr/>
        </p:nvSpPr>
        <p:spPr>
          <a:xfrm>
            <a:off x="2251168" y="1912670"/>
            <a:ext cx="390000" cy="290000"/>
          </a:xfrm>
          <a:prstGeom prst="rect">
            <a:avLst/>
          </a:prstGeom>
          <a:solidFill>
            <a:srgbClr val="E67E22">
              <a:alpha val="2639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7143"/>
          <p:cNvSpPr/>
          <p:nvPr/>
        </p:nvSpPr>
        <p:spPr>
          <a:xfrm>
            <a:off x="225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140" name="T7144"/>
          <p:cNvSpPr/>
          <p:nvPr/>
        </p:nvSpPr>
        <p:spPr>
          <a:xfrm>
            <a:off x="225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41" name="R7145"/>
          <p:cNvSpPr/>
          <p:nvPr/>
        </p:nvSpPr>
        <p:spPr>
          <a:xfrm>
            <a:off x="2641168" y="1912670"/>
            <a:ext cx="390000" cy="290000"/>
          </a:xfrm>
          <a:prstGeom prst="rect">
            <a:avLst/>
          </a:prstGeom>
          <a:solidFill>
            <a:srgbClr val="E67E22">
              <a:alpha val="2673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T7146"/>
          <p:cNvSpPr/>
          <p:nvPr/>
        </p:nvSpPr>
        <p:spPr>
          <a:xfrm>
            <a:off x="264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143" name="T7147"/>
          <p:cNvSpPr/>
          <p:nvPr/>
        </p:nvSpPr>
        <p:spPr>
          <a:xfrm>
            <a:off x="264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44" name="R7148"/>
          <p:cNvSpPr/>
          <p:nvPr/>
        </p:nvSpPr>
        <p:spPr>
          <a:xfrm>
            <a:off x="3031168" y="1912670"/>
            <a:ext cx="390000" cy="290000"/>
          </a:xfrm>
          <a:prstGeom prst="rect">
            <a:avLst/>
          </a:prstGeom>
          <a:solidFill>
            <a:srgbClr val="E67E22">
              <a:alpha val="195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T7149"/>
          <p:cNvSpPr/>
          <p:nvPr/>
        </p:nvSpPr>
        <p:spPr>
          <a:xfrm>
            <a:off x="303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zh-CN" sz="570" dirty="0"/>
          </a:p>
        </p:txBody>
      </p:sp>
      <p:sp>
        <p:nvSpPr>
          <p:cNvPr id="146" name="T7150"/>
          <p:cNvSpPr/>
          <p:nvPr/>
        </p:nvSpPr>
        <p:spPr>
          <a:xfrm>
            <a:off x="303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47" name="R7151"/>
          <p:cNvSpPr/>
          <p:nvPr/>
        </p:nvSpPr>
        <p:spPr>
          <a:xfrm>
            <a:off x="3421168" y="1912670"/>
            <a:ext cx="390000" cy="290000"/>
          </a:xfrm>
          <a:prstGeom prst="rect">
            <a:avLst/>
          </a:prstGeom>
          <a:solidFill>
            <a:srgbClr val="E67E22">
              <a:alpha val="2302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8" name="T7152"/>
          <p:cNvSpPr/>
          <p:nvPr/>
        </p:nvSpPr>
        <p:spPr>
          <a:xfrm>
            <a:off x="342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149" name="T7153"/>
          <p:cNvSpPr/>
          <p:nvPr/>
        </p:nvSpPr>
        <p:spPr>
          <a:xfrm>
            <a:off x="342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50" name="R7154"/>
          <p:cNvSpPr/>
          <p:nvPr/>
        </p:nvSpPr>
        <p:spPr>
          <a:xfrm>
            <a:off x="3811168" y="1912670"/>
            <a:ext cx="390000" cy="290000"/>
          </a:xfrm>
          <a:prstGeom prst="rect">
            <a:avLst/>
          </a:prstGeom>
          <a:solidFill>
            <a:srgbClr val="E67E22">
              <a:alpha val="2012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1" name="T7155"/>
          <p:cNvSpPr/>
          <p:nvPr/>
        </p:nvSpPr>
        <p:spPr>
          <a:xfrm>
            <a:off x="381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zh-CN" sz="570" dirty="0"/>
          </a:p>
        </p:txBody>
      </p:sp>
      <p:sp>
        <p:nvSpPr>
          <p:cNvPr id="152" name="T7156"/>
          <p:cNvSpPr/>
          <p:nvPr/>
        </p:nvSpPr>
        <p:spPr>
          <a:xfrm>
            <a:off x="381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53" name="R7157"/>
          <p:cNvSpPr/>
          <p:nvPr/>
        </p:nvSpPr>
        <p:spPr>
          <a:xfrm>
            <a:off x="4201168" y="1912670"/>
            <a:ext cx="390000" cy="290000"/>
          </a:xfrm>
          <a:prstGeom prst="rect">
            <a:avLst/>
          </a:prstGeom>
          <a:solidFill>
            <a:srgbClr val="E67E22">
              <a:alpha val="2927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T7158"/>
          <p:cNvSpPr/>
          <p:nvPr/>
        </p:nvSpPr>
        <p:spPr>
          <a:xfrm>
            <a:off x="420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155" name="T7159"/>
          <p:cNvSpPr/>
          <p:nvPr/>
        </p:nvSpPr>
        <p:spPr>
          <a:xfrm>
            <a:off x="420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56" name="R7160"/>
          <p:cNvSpPr/>
          <p:nvPr/>
        </p:nvSpPr>
        <p:spPr>
          <a:xfrm>
            <a:off x="4591168" y="1912670"/>
            <a:ext cx="390000" cy="290000"/>
          </a:xfrm>
          <a:prstGeom prst="rect">
            <a:avLst/>
          </a:prstGeom>
          <a:solidFill>
            <a:srgbClr val="E67E22">
              <a:alpha val="2462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7" name="T7161"/>
          <p:cNvSpPr/>
          <p:nvPr/>
        </p:nvSpPr>
        <p:spPr>
          <a:xfrm>
            <a:off x="459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158" name="T7162"/>
          <p:cNvSpPr/>
          <p:nvPr/>
        </p:nvSpPr>
        <p:spPr>
          <a:xfrm>
            <a:off x="459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59" name="R7163"/>
          <p:cNvSpPr/>
          <p:nvPr/>
        </p:nvSpPr>
        <p:spPr>
          <a:xfrm>
            <a:off x="4981168" y="1912670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0" name="T7164"/>
          <p:cNvSpPr/>
          <p:nvPr/>
        </p:nvSpPr>
        <p:spPr>
          <a:xfrm>
            <a:off x="4981168" y="191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161" name="T7165"/>
          <p:cNvSpPr/>
          <p:nvPr/>
        </p:nvSpPr>
        <p:spPr>
          <a:xfrm>
            <a:off x="4981168" y="208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162" name="T7169"/>
          <p:cNvSpPr/>
          <p:nvPr/>
        </p:nvSpPr>
        <p:spPr>
          <a:xfrm>
            <a:off x="182880" y="220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580" dirty="0"/>
          </a:p>
        </p:txBody>
      </p:sp>
      <p:sp>
        <p:nvSpPr>
          <p:cNvPr id="163" name="R7170"/>
          <p:cNvSpPr/>
          <p:nvPr/>
        </p:nvSpPr>
        <p:spPr>
          <a:xfrm>
            <a:off x="69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4" name="R7171"/>
          <p:cNvSpPr/>
          <p:nvPr/>
        </p:nvSpPr>
        <p:spPr>
          <a:xfrm>
            <a:off x="1081168" y="2202670"/>
            <a:ext cx="390000" cy="290000"/>
          </a:xfrm>
          <a:prstGeom prst="rect">
            <a:avLst/>
          </a:prstGeom>
          <a:solidFill>
            <a:srgbClr val="8E44AD">
              <a:alpha val="2794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5" name="T7172"/>
          <p:cNvSpPr/>
          <p:nvPr/>
        </p:nvSpPr>
        <p:spPr>
          <a:xfrm>
            <a:off x="108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166" name="T7173"/>
          <p:cNvSpPr/>
          <p:nvPr/>
        </p:nvSpPr>
        <p:spPr>
          <a:xfrm>
            <a:off x="108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67" name="R7174"/>
          <p:cNvSpPr/>
          <p:nvPr/>
        </p:nvSpPr>
        <p:spPr>
          <a:xfrm>
            <a:off x="147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R7175"/>
          <p:cNvSpPr/>
          <p:nvPr/>
        </p:nvSpPr>
        <p:spPr>
          <a:xfrm>
            <a:off x="186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9" name="R7176"/>
          <p:cNvSpPr/>
          <p:nvPr/>
        </p:nvSpPr>
        <p:spPr>
          <a:xfrm>
            <a:off x="2251168" y="2202670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0" name="T7177"/>
          <p:cNvSpPr/>
          <p:nvPr/>
        </p:nvSpPr>
        <p:spPr>
          <a:xfrm>
            <a:off x="225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171" name="T7178"/>
          <p:cNvSpPr/>
          <p:nvPr/>
        </p:nvSpPr>
        <p:spPr>
          <a:xfrm>
            <a:off x="225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72" name="R7179"/>
          <p:cNvSpPr/>
          <p:nvPr/>
        </p:nvSpPr>
        <p:spPr>
          <a:xfrm>
            <a:off x="2641168" y="2202670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3" name="T7180"/>
          <p:cNvSpPr/>
          <p:nvPr/>
        </p:nvSpPr>
        <p:spPr>
          <a:xfrm>
            <a:off x="264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174" name="T7181"/>
          <p:cNvSpPr/>
          <p:nvPr/>
        </p:nvSpPr>
        <p:spPr>
          <a:xfrm>
            <a:off x="264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175" name="R7182"/>
          <p:cNvSpPr/>
          <p:nvPr/>
        </p:nvSpPr>
        <p:spPr>
          <a:xfrm>
            <a:off x="303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6" name="R7183"/>
          <p:cNvSpPr/>
          <p:nvPr/>
        </p:nvSpPr>
        <p:spPr>
          <a:xfrm>
            <a:off x="342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7" name="R7184"/>
          <p:cNvSpPr/>
          <p:nvPr/>
        </p:nvSpPr>
        <p:spPr>
          <a:xfrm>
            <a:off x="381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8" name="R7185"/>
          <p:cNvSpPr/>
          <p:nvPr/>
        </p:nvSpPr>
        <p:spPr>
          <a:xfrm>
            <a:off x="420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9" name="R7186"/>
          <p:cNvSpPr/>
          <p:nvPr/>
        </p:nvSpPr>
        <p:spPr>
          <a:xfrm>
            <a:off x="459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0" name="R7187"/>
          <p:cNvSpPr/>
          <p:nvPr/>
        </p:nvSpPr>
        <p:spPr>
          <a:xfrm>
            <a:off x="4981168" y="2202670"/>
            <a:ext cx="390000" cy="290000"/>
          </a:xfrm>
          <a:prstGeom prst="rect">
            <a:avLst/>
          </a:prstGeom>
          <a:solidFill>
            <a:srgbClr val="8E44AD">
              <a:alpha val="3341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T7188"/>
          <p:cNvSpPr/>
          <p:nvPr/>
        </p:nvSpPr>
        <p:spPr>
          <a:xfrm>
            <a:off x="4981168" y="220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182" name="T7189"/>
          <p:cNvSpPr/>
          <p:nvPr/>
        </p:nvSpPr>
        <p:spPr>
          <a:xfrm>
            <a:off x="498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183" name="T7193"/>
          <p:cNvSpPr/>
          <p:nvPr/>
        </p:nvSpPr>
        <p:spPr>
          <a:xfrm>
            <a:off x="182880" y="249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580" dirty="0"/>
          </a:p>
        </p:txBody>
      </p:sp>
      <p:sp>
        <p:nvSpPr>
          <p:cNvPr id="184" name="R7194"/>
          <p:cNvSpPr/>
          <p:nvPr/>
        </p:nvSpPr>
        <p:spPr>
          <a:xfrm>
            <a:off x="691168" y="2492670"/>
            <a:ext cx="390000" cy="290000"/>
          </a:xfrm>
          <a:prstGeom prst="rect">
            <a:avLst/>
          </a:prstGeom>
          <a:solidFill>
            <a:srgbClr val="94A3B8">
              <a:alpha val="4803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5" name="T7195"/>
          <p:cNvSpPr/>
          <p:nvPr/>
        </p:nvSpPr>
        <p:spPr>
          <a:xfrm>
            <a:off x="69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186" name="T7196"/>
          <p:cNvSpPr/>
          <p:nvPr/>
        </p:nvSpPr>
        <p:spPr>
          <a:xfrm>
            <a:off x="69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190" name="R7197"/>
          <p:cNvSpPr/>
          <p:nvPr/>
        </p:nvSpPr>
        <p:spPr>
          <a:xfrm>
            <a:off x="108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9" name="R7198"/>
          <p:cNvSpPr/>
          <p:nvPr/>
        </p:nvSpPr>
        <p:spPr>
          <a:xfrm>
            <a:off x="1471168" y="2492670"/>
            <a:ext cx="390000" cy="290000"/>
          </a:xfrm>
          <a:prstGeom prst="rect">
            <a:avLst/>
          </a:prstGeom>
          <a:solidFill>
            <a:srgbClr val="94A3B8">
              <a:alpha val="2094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T7199"/>
          <p:cNvSpPr/>
          <p:nvPr/>
        </p:nvSpPr>
        <p:spPr>
          <a:xfrm>
            <a:off x="147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257" name="T7200"/>
          <p:cNvSpPr/>
          <p:nvPr/>
        </p:nvSpPr>
        <p:spPr>
          <a:xfrm>
            <a:off x="147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00" dirty="0"/>
          </a:p>
        </p:txBody>
      </p:sp>
      <p:sp>
        <p:nvSpPr>
          <p:cNvPr id="261" name="R7201"/>
          <p:cNvSpPr/>
          <p:nvPr/>
        </p:nvSpPr>
        <p:spPr>
          <a:xfrm>
            <a:off x="1861168" y="2492670"/>
            <a:ext cx="390000" cy="290000"/>
          </a:xfrm>
          <a:prstGeom prst="rect">
            <a:avLst/>
          </a:prstGeom>
          <a:solidFill>
            <a:srgbClr val="94A3B8">
              <a:alpha val="3164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65" name="T7202"/>
          <p:cNvSpPr/>
          <p:nvPr/>
        </p:nvSpPr>
        <p:spPr>
          <a:xfrm>
            <a:off x="186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266" name="T7203"/>
          <p:cNvSpPr/>
          <p:nvPr/>
        </p:nvSpPr>
        <p:spPr>
          <a:xfrm>
            <a:off x="186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267" name="R7204"/>
          <p:cNvSpPr/>
          <p:nvPr/>
        </p:nvSpPr>
        <p:spPr>
          <a:xfrm>
            <a:off x="2251168" y="2492670"/>
            <a:ext cx="390000" cy="290000"/>
          </a:xfrm>
          <a:prstGeom prst="rect">
            <a:avLst/>
          </a:prstGeom>
          <a:solidFill>
            <a:srgbClr val="94A3B8">
              <a:alpha val="3283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68" name="T7205"/>
          <p:cNvSpPr/>
          <p:nvPr/>
        </p:nvSpPr>
        <p:spPr>
          <a:xfrm>
            <a:off x="225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269" name="T7206"/>
          <p:cNvSpPr/>
          <p:nvPr/>
        </p:nvSpPr>
        <p:spPr>
          <a:xfrm>
            <a:off x="225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270" name="R7207"/>
          <p:cNvSpPr/>
          <p:nvPr/>
        </p:nvSpPr>
        <p:spPr>
          <a:xfrm>
            <a:off x="264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71" name="R7208"/>
          <p:cNvSpPr/>
          <p:nvPr/>
        </p:nvSpPr>
        <p:spPr>
          <a:xfrm>
            <a:off x="303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72" name="R7209"/>
          <p:cNvSpPr/>
          <p:nvPr/>
        </p:nvSpPr>
        <p:spPr>
          <a:xfrm>
            <a:off x="3421168" y="2492670"/>
            <a:ext cx="390000" cy="290000"/>
          </a:xfrm>
          <a:prstGeom prst="rect">
            <a:avLst/>
          </a:prstGeom>
          <a:solidFill>
            <a:srgbClr val="94A3B8">
              <a:alpha val="1804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73" name="T7210"/>
          <p:cNvSpPr/>
          <p:nvPr/>
        </p:nvSpPr>
        <p:spPr>
          <a:xfrm>
            <a:off x="342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274" name="T7211"/>
          <p:cNvSpPr/>
          <p:nvPr/>
        </p:nvSpPr>
        <p:spPr>
          <a:xfrm>
            <a:off x="342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00" dirty="0"/>
          </a:p>
        </p:txBody>
      </p:sp>
      <p:sp>
        <p:nvSpPr>
          <p:cNvPr id="275" name="R7212"/>
          <p:cNvSpPr/>
          <p:nvPr/>
        </p:nvSpPr>
        <p:spPr>
          <a:xfrm>
            <a:off x="3811168" y="249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76" name="R7213"/>
          <p:cNvSpPr/>
          <p:nvPr/>
        </p:nvSpPr>
        <p:spPr>
          <a:xfrm>
            <a:off x="4201168" y="2492670"/>
            <a:ext cx="390000" cy="290000"/>
          </a:xfrm>
          <a:prstGeom prst="rect">
            <a:avLst/>
          </a:prstGeom>
          <a:solidFill>
            <a:srgbClr val="94A3B8">
              <a:alpha val="5306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77" name="T7214"/>
          <p:cNvSpPr/>
          <p:nvPr/>
        </p:nvSpPr>
        <p:spPr>
          <a:xfrm>
            <a:off x="4198620" y="2492375"/>
            <a:ext cx="39243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278" name="T7215"/>
          <p:cNvSpPr/>
          <p:nvPr/>
        </p:nvSpPr>
        <p:spPr>
          <a:xfrm>
            <a:off x="420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279" name="R7216"/>
          <p:cNvSpPr/>
          <p:nvPr/>
        </p:nvSpPr>
        <p:spPr>
          <a:xfrm>
            <a:off x="4591168" y="2492670"/>
            <a:ext cx="390000" cy="290000"/>
          </a:xfrm>
          <a:prstGeom prst="rect">
            <a:avLst/>
          </a:prstGeom>
          <a:solidFill>
            <a:srgbClr val="94A3B8">
              <a:alpha val="1797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T7217"/>
          <p:cNvSpPr/>
          <p:nvPr/>
        </p:nvSpPr>
        <p:spPr>
          <a:xfrm>
            <a:off x="4591168" y="249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281" name="T7218"/>
          <p:cNvSpPr/>
          <p:nvPr/>
        </p:nvSpPr>
        <p:spPr>
          <a:xfrm>
            <a:off x="459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282" name="R7219"/>
          <p:cNvSpPr/>
          <p:nvPr/>
        </p:nvSpPr>
        <p:spPr>
          <a:xfrm>
            <a:off x="4981168" y="2492670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3" name="T7220"/>
          <p:cNvSpPr/>
          <p:nvPr/>
        </p:nvSpPr>
        <p:spPr>
          <a:xfrm>
            <a:off x="4979670" y="2513330"/>
            <a:ext cx="391160" cy="1257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284" name="T7221"/>
          <p:cNvSpPr/>
          <p:nvPr/>
        </p:nvSpPr>
        <p:spPr>
          <a:xfrm>
            <a:off x="4981168" y="266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285" name="T7225"/>
          <p:cNvSpPr/>
          <p:nvPr/>
        </p:nvSpPr>
        <p:spPr>
          <a:xfrm>
            <a:off x="182880" y="2782670"/>
            <a:ext cx="498288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5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580" dirty="0"/>
          </a:p>
        </p:txBody>
      </p:sp>
      <p:sp>
        <p:nvSpPr>
          <p:cNvPr id="286" name="R7226"/>
          <p:cNvSpPr/>
          <p:nvPr/>
        </p:nvSpPr>
        <p:spPr>
          <a:xfrm>
            <a:off x="691168" y="2782670"/>
            <a:ext cx="390000" cy="290000"/>
          </a:xfrm>
          <a:prstGeom prst="rect">
            <a:avLst/>
          </a:prstGeom>
          <a:solidFill>
            <a:srgbClr val="374151">
              <a:alpha val="239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7" name="T7227"/>
          <p:cNvSpPr/>
          <p:nvPr/>
        </p:nvSpPr>
        <p:spPr>
          <a:xfrm>
            <a:off x="69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6.5M</a:t>
            </a:r>
            <a:endParaRPr lang="zh-CN" sz="570" dirty="0"/>
          </a:p>
        </p:txBody>
      </p:sp>
      <p:sp>
        <p:nvSpPr>
          <p:cNvPr id="288" name="T7228"/>
          <p:cNvSpPr/>
          <p:nvPr/>
        </p:nvSpPr>
        <p:spPr>
          <a:xfrm>
            <a:off x="69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289" name="R7229"/>
          <p:cNvSpPr/>
          <p:nvPr/>
        </p:nvSpPr>
        <p:spPr>
          <a:xfrm>
            <a:off x="1081168" y="2782670"/>
            <a:ext cx="390000" cy="290000"/>
          </a:xfrm>
          <a:prstGeom prst="rect">
            <a:avLst/>
          </a:prstGeom>
          <a:solidFill>
            <a:srgbClr val="374151">
              <a:alpha val="3431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0" name="T7230"/>
          <p:cNvSpPr/>
          <p:nvPr/>
        </p:nvSpPr>
        <p:spPr>
          <a:xfrm>
            <a:off x="108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14.0M</a:t>
            </a:r>
            <a:endParaRPr lang="zh-CN" sz="570" dirty="0"/>
          </a:p>
        </p:txBody>
      </p:sp>
      <p:sp>
        <p:nvSpPr>
          <p:cNvPr id="291" name="T7231"/>
          <p:cNvSpPr/>
          <p:nvPr/>
        </p:nvSpPr>
        <p:spPr>
          <a:xfrm>
            <a:off x="108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</a:t>
            </a:r>
            <a:endParaRPr lang="zh-CN" sz="500" dirty="0"/>
          </a:p>
        </p:txBody>
      </p:sp>
      <p:sp>
        <p:nvSpPr>
          <p:cNvPr id="292" name="R7232"/>
          <p:cNvSpPr/>
          <p:nvPr/>
        </p:nvSpPr>
        <p:spPr>
          <a:xfrm>
            <a:off x="1471168" y="2782670"/>
            <a:ext cx="390000" cy="290000"/>
          </a:xfrm>
          <a:prstGeom prst="rect">
            <a:avLst/>
          </a:prstGeom>
          <a:solidFill>
            <a:srgbClr val="374151">
              <a:alpha val="4081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3" name="T7233"/>
          <p:cNvSpPr/>
          <p:nvPr/>
        </p:nvSpPr>
        <p:spPr>
          <a:xfrm>
            <a:off x="147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18.8M</a:t>
            </a:r>
            <a:endParaRPr lang="zh-CN" sz="570" dirty="0"/>
          </a:p>
        </p:txBody>
      </p:sp>
      <p:sp>
        <p:nvSpPr>
          <p:cNvPr id="294" name="T7234"/>
          <p:cNvSpPr/>
          <p:nvPr/>
        </p:nvSpPr>
        <p:spPr>
          <a:xfrm>
            <a:off x="147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36件</a:t>
            </a:r>
            <a:endParaRPr lang="zh-CN" sz="500" dirty="0"/>
          </a:p>
        </p:txBody>
      </p:sp>
      <p:sp>
        <p:nvSpPr>
          <p:cNvPr id="295" name="R7235"/>
          <p:cNvSpPr/>
          <p:nvPr/>
        </p:nvSpPr>
        <p:spPr>
          <a:xfrm>
            <a:off x="1861168" y="2782670"/>
            <a:ext cx="390000" cy="290000"/>
          </a:xfrm>
          <a:prstGeom prst="rect">
            <a:avLst/>
          </a:prstGeom>
          <a:solidFill>
            <a:srgbClr val="374151">
              <a:alpha val="2909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T7236"/>
          <p:cNvSpPr/>
          <p:nvPr/>
        </p:nvSpPr>
        <p:spPr>
          <a:xfrm>
            <a:off x="186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10.2M</a:t>
            </a:r>
            <a:endParaRPr lang="zh-CN" sz="570" dirty="0"/>
          </a:p>
        </p:txBody>
      </p:sp>
      <p:sp>
        <p:nvSpPr>
          <p:cNvPr id="297" name="T7237"/>
          <p:cNvSpPr/>
          <p:nvPr/>
        </p:nvSpPr>
        <p:spPr>
          <a:xfrm>
            <a:off x="186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298" name="R7238"/>
          <p:cNvSpPr/>
          <p:nvPr/>
        </p:nvSpPr>
        <p:spPr>
          <a:xfrm>
            <a:off x="2251168" y="2782670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9" name="T7239"/>
          <p:cNvSpPr/>
          <p:nvPr/>
        </p:nvSpPr>
        <p:spPr>
          <a:xfrm>
            <a:off x="225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29.1M</a:t>
            </a:r>
            <a:endParaRPr lang="zh-CN" sz="570" dirty="0"/>
          </a:p>
        </p:txBody>
      </p:sp>
      <p:sp>
        <p:nvSpPr>
          <p:cNvPr id="300" name="T7240"/>
          <p:cNvSpPr/>
          <p:nvPr/>
        </p:nvSpPr>
        <p:spPr>
          <a:xfrm>
            <a:off x="225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301" name="R7241"/>
          <p:cNvSpPr/>
          <p:nvPr/>
        </p:nvSpPr>
        <p:spPr>
          <a:xfrm>
            <a:off x="2641168" y="2782670"/>
            <a:ext cx="390000" cy="290000"/>
          </a:xfrm>
          <a:prstGeom prst="rect">
            <a:avLst/>
          </a:prstGeom>
          <a:solidFill>
            <a:srgbClr val="374151">
              <a:alpha val="3754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02" name="T7242"/>
          <p:cNvSpPr/>
          <p:nvPr/>
        </p:nvSpPr>
        <p:spPr>
          <a:xfrm>
            <a:off x="264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16.4M</a:t>
            </a:r>
            <a:endParaRPr lang="zh-CN" sz="570" dirty="0"/>
          </a:p>
        </p:txBody>
      </p:sp>
      <p:sp>
        <p:nvSpPr>
          <p:cNvPr id="303" name="T7243"/>
          <p:cNvSpPr/>
          <p:nvPr/>
        </p:nvSpPr>
        <p:spPr>
          <a:xfrm>
            <a:off x="264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38件</a:t>
            </a:r>
            <a:endParaRPr lang="zh-CN" sz="500" dirty="0"/>
          </a:p>
        </p:txBody>
      </p:sp>
      <p:sp>
        <p:nvSpPr>
          <p:cNvPr id="304" name="R7244"/>
          <p:cNvSpPr/>
          <p:nvPr/>
        </p:nvSpPr>
        <p:spPr>
          <a:xfrm>
            <a:off x="3031168" y="2782670"/>
            <a:ext cx="390000" cy="290000"/>
          </a:xfrm>
          <a:prstGeom prst="rect">
            <a:avLst/>
          </a:prstGeom>
          <a:solidFill>
            <a:srgbClr val="374151">
              <a:alpha val="187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05" name="T7245"/>
          <p:cNvSpPr/>
          <p:nvPr/>
        </p:nvSpPr>
        <p:spPr>
          <a:xfrm>
            <a:off x="303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306" name="T7246"/>
          <p:cNvSpPr/>
          <p:nvPr/>
        </p:nvSpPr>
        <p:spPr>
          <a:xfrm>
            <a:off x="303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307" name="R7247"/>
          <p:cNvSpPr/>
          <p:nvPr/>
        </p:nvSpPr>
        <p:spPr>
          <a:xfrm>
            <a:off x="3421168" y="2782670"/>
            <a:ext cx="390000" cy="290000"/>
          </a:xfrm>
          <a:prstGeom prst="rect">
            <a:avLst/>
          </a:prstGeom>
          <a:solidFill>
            <a:srgbClr val="374151">
              <a:alpha val="2443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08" name="T7248"/>
          <p:cNvSpPr/>
          <p:nvPr/>
        </p:nvSpPr>
        <p:spPr>
          <a:xfrm>
            <a:off x="342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6.8M</a:t>
            </a:r>
            <a:endParaRPr lang="zh-CN" sz="570" dirty="0"/>
          </a:p>
        </p:txBody>
      </p:sp>
      <p:sp>
        <p:nvSpPr>
          <p:cNvPr id="309" name="T7249"/>
          <p:cNvSpPr/>
          <p:nvPr/>
        </p:nvSpPr>
        <p:spPr>
          <a:xfrm>
            <a:off x="342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310" name="R7250"/>
          <p:cNvSpPr/>
          <p:nvPr/>
        </p:nvSpPr>
        <p:spPr>
          <a:xfrm>
            <a:off x="3811168" y="278267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11" name="T7251"/>
          <p:cNvSpPr/>
          <p:nvPr/>
        </p:nvSpPr>
        <p:spPr>
          <a:xfrm>
            <a:off x="381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5.9M</a:t>
            </a:r>
            <a:endParaRPr lang="zh-CN" sz="570" dirty="0"/>
          </a:p>
        </p:txBody>
      </p:sp>
      <p:sp>
        <p:nvSpPr>
          <p:cNvPr id="312" name="T7252"/>
          <p:cNvSpPr/>
          <p:nvPr/>
        </p:nvSpPr>
        <p:spPr>
          <a:xfrm>
            <a:off x="381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313" name="R7253"/>
          <p:cNvSpPr/>
          <p:nvPr/>
        </p:nvSpPr>
        <p:spPr>
          <a:xfrm>
            <a:off x="4201168" y="2782670"/>
            <a:ext cx="390000" cy="290000"/>
          </a:xfrm>
          <a:prstGeom prst="rect">
            <a:avLst/>
          </a:prstGeom>
          <a:solidFill>
            <a:srgbClr val="374151">
              <a:alpha val="4342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14" name="T7254"/>
          <p:cNvSpPr/>
          <p:nvPr/>
        </p:nvSpPr>
        <p:spPr>
          <a:xfrm>
            <a:off x="420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19.9M</a:t>
            </a:r>
            <a:endParaRPr lang="zh-CN" sz="570" dirty="0"/>
          </a:p>
        </p:txBody>
      </p:sp>
      <p:sp>
        <p:nvSpPr>
          <p:cNvPr id="315" name="T7255"/>
          <p:cNvSpPr/>
          <p:nvPr/>
        </p:nvSpPr>
        <p:spPr>
          <a:xfrm>
            <a:off x="420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52件</a:t>
            </a:r>
            <a:endParaRPr lang="zh-CN" sz="500" dirty="0"/>
          </a:p>
        </p:txBody>
      </p:sp>
      <p:sp>
        <p:nvSpPr>
          <p:cNvPr id="316" name="R7256"/>
          <p:cNvSpPr/>
          <p:nvPr/>
        </p:nvSpPr>
        <p:spPr>
          <a:xfrm>
            <a:off x="4591168" y="2782670"/>
            <a:ext cx="390000" cy="290000"/>
          </a:xfrm>
          <a:prstGeom prst="rect">
            <a:avLst/>
          </a:prstGeom>
          <a:solidFill>
            <a:srgbClr val="374151">
              <a:alpha val="420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17" name="T7257"/>
          <p:cNvSpPr/>
          <p:nvPr/>
        </p:nvSpPr>
        <p:spPr>
          <a:xfrm>
            <a:off x="459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19.6M</a:t>
            </a:r>
            <a:endParaRPr lang="zh-CN" sz="570" dirty="0"/>
          </a:p>
        </p:txBody>
      </p:sp>
      <p:sp>
        <p:nvSpPr>
          <p:cNvPr id="318" name="T7258"/>
          <p:cNvSpPr/>
          <p:nvPr/>
        </p:nvSpPr>
        <p:spPr>
          <a:xfrm>
            <a:off x="459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41件</a:t>
            </a:r>
            <a:endParaRPr lang="zh-CN" sz="500" dirty="0"/>
          </a:p>
        </p:txBody>
      </p:sp>
      <p:sp>
        <p:nvSpPr>
          <p:cNvPr id="319" name="R7259"/>
          <p:cNvSpPr/>
          <p:nvPr/>
        </p:nvSpPr>
        <p:spPr>
          <a:xfrm>
            <a:off x="4981168" y="2782670"/>
            <a:ext cx="390000" cy="290000"/>
          </a:xfrm>
          <a:prstGeom prst="rect">
            <a:avLst/>
          </a:prstGeom>
          <a:solidFill>
            <a:srgbClr val="374151">
              <a:alpha val="5060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0" name="T7260"/>
          <p:cNvSpPr/>
          <p:nvPr/>
        </p:nvSpPr>
        <p:spPr>
          <a:xfrm>
            <a:off x="4981168" y="278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28.1M</a:t>
            </a:r>
            <a:endParaRPr lang="zh-CN" sz="570" dirty="0"/>
          </a:p>
        </p:txBody>
      </p:sp>
      <p:sp>
        <p:nvSpPr>
          <p:cNvPr id="321" name="T7261"/>
          <p:cNvSpPr/>
          <p:nvPr/>
        </p:nvSpPr>
        <p:spPr>
          <a:xfrm>
            <a:off x="4981168" y="295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63件</a:t>
            </a:r>
            <a:endParaRPr lang="zh-CN" sz="500" dirty="0"/>
          </a:p>
        </p:txBody>
      </p:sp>
      <p:sp>
        <p:nvSpPr>
          <p:cNvPr id="322" name="R7033"/>
          <p:cNvSpPr/>
          <p:nvPr/>
        </p:nvSpPr>
        <p:spPr>
          <a:xfrm>
            <a:off x="5377603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3" name="R7033"/>
          <p:cNvSpPr/>
          <p:nvPr/>
        </p:nvSpPr>
        <p:spPr>
          <a:xfrm>
            <a:off x="5380990" y="1922145"/>
            <a:ext cx="386715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4" name="R7033"/>
          <p:cNvSpPr/>
          <p:nvPr/>
        </p:nvSpPr>
        <p:spPr>
          <a:xfrm>
            <a:off x="5384165" y="221107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5" name="R7250"/>
          <p:cNvSpPr/>
          <p:nvPr/>
        </p:nvSpPr>
        <p:spPr>
          <a:xfrm>
            <a:off x="5371363" y="278394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6" name="T7251"/>
          <p:cNvSpPr/>
          <p:nvPr/>
        </p:nvSpPr>
        <p:spPr>
          <a:xfrm>
            <a:off x="5371363" y="278394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zh-CN" sz="570" dirty="0"/>
          </a:p>
        </p:txBody>
      </p:sp>
      <p:sp>
        <p:nvSpPr>
          <p:cNvPr id="327" name="T7252"/>
          <p:cNvSpPr/>
          <p:nvPr/>
        </p:nvSpPr>
        <p:spPr>
          <a:xfrm>
            <a:off x="5371363" y="295794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r>
              <a:rPr lang="en-US" alt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</a:t>
            </a:r>
            <a:endParaRPr lang="zh-CN" sz="500" dirty="0"/>
          </a:p>
        </p:txBody>
      </p:sp>
      <p:sp>
        <p:nvSpPr>
          <p:cNvPr id="328" name="R7033"/>
          <p:cNvSpPr/>
          <p:nvPr/>
        </p:nvSpPr>
        <p:spPr>
          <a:xfrm>
            <a:off x="5374005" y="250571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9" name="T7000"/>
          <p:cNvSpPr/>
          <p:nvPr/>
        </p:nvSpPr>
        <p:spPr>
          <a:xfrm>
            <a:off x="69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330" name="T7001"/>
          <p:cNvSpPr/>
          <p:nvPr/>
        </p:nvSpPr>
        <p:spPr>
          <a:xfrm>
            <a:off x="108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331" name="T7002"/>
          <p:cNvSpPr/>
          <p:nvPr/>
        </p:nvSpPr>
        <p:spPr>
          <a:xfrm>
            <a:off x="147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332" name="T7003"/>
          <p:cNvSpPr/>
          <p:nvPr/>
        </p:nvSpPr>
        <p:spPr>
          <a:xfrm>
            <a:off x="186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333" name="T7004"/>
          <p:cNvSpPr/>
          <p:nvPr/>
        </p:nvSpPr>
        <p:spPr>
          <a:xfrm>
            <a:off x="225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334" name="T7005"/>
          <p:cNvSpPr/>
          <p:nvPr/>
        </p:nvSpPr>
        <p:spPr>
          <a:xfrm>
            <a:off x="264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335" name="T7006"/>
          <p:cNvSpPr/>
          <p:nvPr/>
        </p:nvSpPr>
        <p:spPr>
          <a:xfrm>
            <a:off x="303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336" name="T7007"/>
          <p:cNvSpPr/>
          <p:nvPr/>
        </p:nvSpPr>
        <p:spPr>
          <a:xfrm>
            <a:off x="342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337" name="T7008"/>
          <p:cNvSpPr/>
          <p:nvPr/>
        </p:nvSpPr>
        <p:spPr>
          <a:xfrm>
            <a:off x="381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338" name="T7009"/>
          <p:cNvSpPr/>
          <p:nvPr/>
        </p:nvSpPr>
        <p:spPr>
          <a:xfrm>
            <a:off x="420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339" name="T7010"/>
          <p:cNvSpPr/>
          <p:nvPr/>
        </p:nvSpPr>
        <p:spPr>
          <a:xfrm>
            <a:off x="459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340" name="T7011"/>
          <p:cNvSpPr/>
          <p:nvPr/>
        </p:nvSpPr>
        <p:spPr>
          <a:xfrm>
            <a:off x="498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341" name="T7012"/>
          <p:cNvSpPr/>
          <p:nvPr/>
        </p:nvSpPr>
        <p:spPr>
          <a:xfrm>
            <a:off x="537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342" name="T8000"/>
          <p:cNvSpPr/>
          <p:nvPr/>
        </p:nvSpPr>
        <p:spPr>
          <a:xfrm>
            <a:off x="676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343" name="T8001"/>
          <p:cNvSpPr/>
          <p:nvPr/>
        </p:nvSpPr>
        <p:spPr>
          <a:xfrm>
            <a:off x="71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344" name="T8002"/>
          <p:cNvSpPr/>
          <p:nvPr/>
        </p:nvSpPr>
        <p:spPr>
          <a:xfrm>
            <a:off x="754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345" name="T8003"/>
          <p:cNvSpPr/>
          <p:nvPr/>
        </p:nvSpPr>
        <p:spPr>
          <a:xfrm>
            <a:off x="793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346" name="T8004"/>
          <p:cNvSpPr/>
          <p:nvPr/>
        </p:nvSpPr>
        <p:spPr>
          <a:xfrm>
            <a:off x="832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347" name="T8005"/>
          <p:cNvSpPr/>
          <p:nvPr/>
        </p:nvSpPr>
        <p:spPr>
          <a:xfrm>
            <a:off x="871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348" name="T8006"/>
          <p:cNvSpPr/>
          <p:nvPr/>
        </p:nvSpPr>
        <p:spPr>
          <a:xfrm>
            <a:off x="910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349" name="T8007"/>
          <p:cNvSpPr/>
          <p:nvPr/>
        </p:nvSpPr>
        <p:spPr>
          <a:xfrm>
            <a:off x="949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350" name="T8008"/>
          <p:cNvSpPr/>
          <p:nvPr/>
        </p:nvSpPr>
        <p:spPr>
          <a:xfrm>
            <a:off x="988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351" name="T8009"/>
          <p:cNvSpPr/>
          <p:nvPr/>
        </p:nvSpPr>
        <p:spPr>
          <a:xfrm>
            <a:off x="1027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352" name="T8010"/>
          <p:cNvSpPr/>
          <p:nvPr/>
        </p:nvSpPr>
        <p:spPr>
          <a:xfrm>
            <a:off x="1066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353" name="T8011"/>
          <p:cNvSpPr/>
          <p:nvPr/>
        </p:nvSpPr>
        <p:spPr>
          <a:xfrm>
            <a:off x="110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354" name="T8012"/>
          <p:cNvSpPr/>
          <p:nvPr/>
        </p:nvSpPr>
        <p:spPr>
          <a:xfrm>
            <a:off x="1144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355" name="T8013"/>
          <p:cNvSpPr/>
          <p:nvPr/>
        </p:nvSpPr>
        <p:spPr>
          <a:xfrm>
            <a:off x="6254496" y="107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680" dirty="0"/>
          </a:p>
        </p:txBody>
      </p:sp>
      <p:sp>
        <p:nvSpPr>
          <p:cNvPr id="356" name="R8014"/>
          <p:cNvSpPr/>
          <p:nvPr/>
        </p:nvSpPr>
        <p:spPr>
          <a:xfrm>
            <a:off x="6766941" y="1072134"/>
            <a:ext cx="390000" cy="290000"/>
          </a:xfrm>
          <a:prstGeom prst="rect">
            <a:avLst/>
          </a:prstGeom>
          <a:solidFill>
            <a:srgbClr val="1A7A3F">
              <a:alpha val="2000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57" name="T8015"/>
          <p:cNvSpPr/>
          <p:nvPr/>
        </p:nvSpPr>
        <p:spPr>
          <a:xfrm>
            <a:off x="676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zh-CN" sz="570" dirty="0"/>
          </a:p>
        </p:txBody>
      </p:sp>
      <p:sp>
        <p:nvSpPr>
          <p:cNvPr id="358" name="T8016"/>
          <p:cNvSpPr/>
          <p:nvPr/>
        </p:nvSpPr>
        <p:spPr>
          <a:xfrm>
            <a:off x="676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359" name="R8017"/>
          <p:cNvSpPr/>
          <p:nvPr/>
        </p:nvSpPr>
        <p:spPr>
          <a:xfrm>
            <a:off x="7156941" y="1072134"/>
            <a:ext cx="390000" cy="290000"/>
          </a:xfrm>
          <a:prstGeom prst="rect">
            <a:avLst/>
          </a:prstGeom>
          <a:solidFill>
            <a:srgbClr val="1A7A3F">
              <a:alpha val="320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0" name="T8018"/>
          <p:cNvSpPr/>
          <p:nvPr/>
        </p:nvSpPr>
        <p:spPr>
          <a:xfrm>
            <a:off x="715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3.5M</a:t>
            </a:r>
            <a:endParaRPr lang="zh-CN" sz="570" dirty="0"/>
          </a:p>
        </p:txBody>
      </p:sp>
      <p:sp>
        <p:nvSpPr>
          <p:cNvPr id="361" name="T8019"/>
          <p:cNvSpPr/>
          <p:nvPr/>
        </p:nvSpPr>
        <p:spPr>
          <a:xfrm>
            <a:off x="715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362" name="R8020"/>
          <p:cNvSpPr/>
          <p:nvPr/>
        </p:nvSpPr>
        <p:spPr>
          <a:xfrm>
            <a:off x="7546941" y="1072134"/>
            <a:ext cx="390000" cy="290000"/>
          </a:xfrm>
          <a:prstGeom prst="rect">
            <a:avLst/>
          </a:prstGeom>
          <a:solidFill>
            <a:srgbClr val="1A7A3F">
              <a:alpha val="436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3" name="T8021"/>
          <p:cNvSpPr/>
          <p:nvPr/>
        </p:nvSpPr>
        <p:spPr>
          <a:xfrm>
            <a:off x="754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364" name="T8022"/>
          <p:cNvSpPr/>
          <p:nvPr/>
        </p:nvSpPr>
        <p:spPr>
          <a:xfrm>
            <a:off x="75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365" name="R8023"/>
          <p:cNvSpPr/>
          <p:nvPr/>
        </p:nvSpPr>
        <p:spPr>
          <a:xfrm>
            <a:off x="7936941" y="1072134"/>
            <a:ext cx="390000" cy="290000"/>
          </a:xfrm>
          <a:prstGeom prst="rect">
            <a:avLst/>
          </a:prstGeom>
          <a:solidFill>
            <a:srgbClr val="1A7A3F">
              <a:alpha val="4036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6" name="T8024"/>
          <p:cNvSpPr/>
          <p:nvPr/>
        </p:nvSpPr>
        <p:spPr>
          <a:xfrm>
            <a:off x="793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zh-CN" sz="570" dirty="0"/>
          </a:p>
        </p:txBody>
      </p:sp>
      <p:sp>
        <p:nvSpPr>
          <p:cNvPr id="367" name="T8025"/>
          <p:cNvSpPr/>
          <p:nvPr/>
        </p:nvSpPr>
        <p:spPr>
          <a:xfrm>
            <a:off x="793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368" name="R8026"/>
          <p:cNvSpPr/>
          <p:nvPr/>
        </p:nvSpPr>
        <p:spPr>
          <a:xfrm>
            <a:off x="8326941" y="1072134"/>
            <a:ext cx="390000" cy="290000"/>
          </a:xfrm>
          <a:prstGeom prst="rect">
            <a:avLst/>
          </a:prstGeom>
          <a:solidFill>
            <a:srgbClr val="1A7A3F">
              <a:alpha val="5539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9" name="T8027"/>
          <p:cNvSpPr/>
          <p:nvPr/>
        </p:nvSpPr>
        <p:spPr>
          <a:xfrm>
            <a:off x="832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370" name="T8028"/>
          <p:cNvSpPr/>
          <p:nvPr/>
        </p:nvSpPr>
        <p:spPr>
          <a:xfrm>
            <a:off x="832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20件</a:t>
            </a:r>
            <a:endParaRPr lang="zh-CN" sz="500" dirty="0"/>
          </a:p>
        </p:txBody>
      </p:sp>
      <p:sp>
        <p:nvSpPr>
          <p:cNvPr id="371" name="R8029"/>
          <p:cNvSpPr/>
          <p:nvPr/>
        </p:nvSpPr>
        <p:spPr>
          <a:xfrm>
            <a:off x="8716941" y="1072134"/>
            <a:ext cx="390000" cy="290000"/>
          </a:xfrm>
          <a:prstGeom prst="rect">
            <a:avLst/>
          </a:prstGeom>
          <a:solidFill>
            <a:srgbClr val="1A7A3F">
              <a:alpha val="3736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2" name="T8030"/>
          <p:cNvSpPr/>
          <p:nvPr/>
        </p:nvSpPr>
        <p:spPr>
          <a:xfrm>
            <a:off x="871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zh-CN" sz="570" dirty="0"/>
          </a:p>
        </p:txBody>
      </p:sp>
      <p:sp>
        <p:nvSpPr>
          <p:cNvPr id="373" name="T8031"/>
          <p:cNvSpPr/>
          <p:nvPr/>
        </p:nvSpPr>
        <p:spPr>
          <a:xfrm>
            <a:off x="871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374" name="R8032"/>
          <p:cNvSpPr/>
          <p:nvPr/>
        </p:nvSpPr>
        <p:spPr>
          <a:xfrm>
            <a:off x="9106941" y="1072134"/>
            <a:ext cx="390000" cy="290000"/>
          </a:xfrm>
          <a:prstGeom prst="rect">
            <a:avLst/>
          </a:prstGeom>
          <a:solidFill>
            <a:srgbClr val="1A7A3F">
              <a:alpha val="3386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5" name="T8033"/>
          <p:cNvSpPr/>
          <p:nvPr/>
        </p:nvSpPr>
        <p:spPr>
          <a:xfrm>
            <a:off x="910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3.8M</a:t>
            </a:r>
            <a:endParaRPr lang="zh-CN" sz="570" dirty="0"/>
          </a:p>
        </p:txBody>
      </p:sp>
      <p:sp>
        <p:nvSpPr>
          <p:cNvPr id="376" name="T8034"/>
          <p:cNvSpPr/>
          <p:nvPr/>
        </p:nvSpPr>
        <p:spPr>
          <a:xfrm>
            <a:off x="910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377" name="R8035"/>
          <p:cNvSpPr/>
          <p:nvPr/>
        </p:nvSpPr>
        <p:spPr>
          <a:xfrm>
            <a:off x="9496941" y="1072134"/>
            <a:ext cx="390000" cy="290000"/>
          </a:xfrm>
          <a:prstGeom prst="rect">
            <a:avLst/>
          </a:prstGeom>
          <a:solidFill>
            <a:srgbClr val="1A7A3F">
              <a:alpha val="328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8" name="T8036"/>
          <p:cNvSpPr/>
          <p:nvPr/>
        </p:nvSpPr>
        <p:spPr>
          <a:xfrm>
            <a:off x="949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zh-CN" sz="570" dirty="0"/>
          </a:p>
        </p:txBody>
      </p:sp>
      <p:sp>
        <p:nvSpPr>
          <p:cNvPr id="379" name="T8037"/>
          <p:cNvSpPr/>
          <p:nvPr/>
        </p:nvSpPr>
        <p:spPr>
          <a:xfrm>
            <a:off x="949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380" name="R8038"/>
          <p:cNvSpPr/>
          <p:nvPr/>
        </p:nvSpPr>
        <p:spPr>
          <a:xfrm>
            <a:off x="9886941" y="1072134"/>
            <a:ext cx="390000" cy="290000"/>
          </a:xfrm>
          <a:prstGeom prst="rect">
            <a:avLst/>
          </a:prstGeom>
          <a:solidFill>
            <a:srgbClr val="1A7A3F">
              <a:alpha val="2732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1" name="T8039"/>
          <p:cNvSpPr/>
          <p:nvPr/>
        </p:nvSpPr>
        <p:spPr>
          <a:xfrm>
            <a:off x="988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2.5M</a:t>
            </a:r>
            <a:endParaRPr lang="zh-CN" sz="570" dirty="0"/>
          </a:p>
        </p:txBody>
      </p:sp>
      <p:sp>
        <p:nvSpPr>
          <p:cNvPr id="382" name="T8040"/>
          <p:cNvSpPr/>
          <p:nvPr/>
        </p:nvSpPr>
        <p:spPr>
          <a:xfrm>
            <a:off x="988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383" name="R8041"/>
          <p:cNvSpPr/>
          <p:nvPr/>
        </p:nvSpPr>
        <p:spPr>
          <a:xfrm>
            <a:off x="10276941" y="1072134"/>
            <a:ext cx="390000" cy="290000"/>
          </a:xfrm>
          <a:prstGeom prst="rect">
            <a:avLst/>
          </a:prstGeom>
          <a:solidFill>
            <a:srgbClr val="1A7A3F">
              <a:alpha val="5526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4" name="T8042"/>
          <p:cNvSpPr/>
          <p:nvPr/>
        </p:nvSpPr>
        <p:spPr>
          <a:xfrm>
            <a:off x="1027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385" name="T8043"/>
          <p:cNvSpPr/>
          <p:nvPr/>
        </p:nvSpPr>
        <p:spPr>
          <a:xfrm>
            <a:off x="1027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26件</a:t>
            </a:r>
            <a:endParaRPr lang="zh-CN" sz="500" dirty="0"/>
          </a:p>
        </p:txBody>
      </p:sp>
      <p:sp>
        <p:nvSpPr>
          <p:cNvPr id="386" name="R8044"/>
          <p:cNvSpPr/>
          <p:nvPr/>
        </p:nvSpPr>
        <p:spPr>
          <a:xfrm>
            <a:off x="10666941" y="1072134"/>
            <a:ext cx="390000" cy="290000"/>
          </a:xfrm>
          <a:prstGeom prst="rect">
            <a:avLst/>
          </a:prstGeom>
          <a:solidFill>
            <a:srgbClr val="1A7A3F">
              <a:alpha val="6350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7" name="T8045"/>
          <p:cNvSpPr/>
          <p:nvPr/>
        </p:nvSpPr>
        <p:spPr>
          <a:xfrm>
            <a:off x="1066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9.8M</a:t>
            </a:r>
            <a:endParaRPr lang="zh-CN" sz="570" dirty="0"/>
          </a:p>
        </p:txBody>
      </p:sp>
      <p:sp>
        <p:nvSpPr>
          <p:cNvPr id="388" name="T8046"/>
          <p:cNvSpPr/>
          <p:nvPr/>
        </p:nvSpPr>
        <p:spPr>
          <a:xfrm>
            <a:off x="1066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28件</a:t>
            </a:r>
            <a:endParaRPr lang="zh-CN" sz="500" dirty="0"/>
          </a:p>
        </p:txBody>
      </p:sp>
      <p:sp>
        <p:nvSpPr>
          <p:cNvPr id="389" name="R8047"/>
          <p:cNvSpPr/>
          <p:nvPr/>
        </p:nvSpPr>
        <p:spPr>
          <a:xfrm>
            <a:off x="11056941" y="1072134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0" name="T8048"/>
          <p:cNvSpPr/>
          <p:nvPr/>
        </p:nvSpPr>
        <p:spPr>
          <a:xfrm>
            <a:off x="1105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15.8M</a:t>
            </a:r>
            <a:endParaRPr lang="zh-CN" sz="570" dirty="0"/>
          </a:p>
        </p:txBody>
      </p:sp>
      <p:sp>
        <p:nvSpPr>
          <p:cNvPr id="391" name="T8049"/>
          <p:cNvSpPr/>
          <p:nvPr/>
        </p:nvSpPr>
        <p:spPr>
          <a:xfrm>
            <a:off x="1105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35件</a:t>
            </a:r>
            <a:endParaRPr lang="zh-CN" sz="500" dirty="0"/>
          </a:p>
        </p:txBody>
      </p:sp>
      <p:sp>
        <p:nvSpPr>
          <p:cNvPr id="392" name="R8050"/>
          <p:cNvSpPr/>
          <p:nvPr/>
        </p:nvSpPr>
        <p:spPr>
          <a:xfrm>
            <a:off x="11446941" y="1072134"/>
            <a:ext cx="390000" cy="290000"/>
          </a:xfrm>
          <a:prstGeom prst="rect">
            <a:avLst/>
          </a:prstGeom>
          <a:solidFill>
            <a:srgbClr val="9BC5AB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393" name="T8051"/>
          <p:cNvSpPr/>
          <p:nvPr/>
        </p:nvSpPr>
        <p:spPr>
          <a:xfrm>
            <a:off x="11438255" y="1072515"/>
            <a:ext cx="34671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6.6M</a:t>
            </a:r>
            <a:endParaRPr lang="zh-CN" sz="570" dirty="0"/>
          </a:p>
        </p:txBody>
      </p:sp>
      <p:sp>
        <p:nvSpPr>
          <p:cNvPr id="394" name="T8052"/>
          <p:cNvSpPr/>
          <p:nvPr/>
        </p:nvSpPr>
        <p:spPr>
          <a:xfrm>
            <a:off x="114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</a:t>
            </a:r>
            <a:endParaRPr lang="zh-CN" sz="500" dirty="0"/>
          </a:p>
        </p:txBody>
      </p:sp>
      <p:sp>
        <p:nvSpPr>
          <p:cNvPr id="395" name="T8053"/>
          <p:cNvSpPr/>
          <p:nvPr/>
        </p:nvSpPr>
        <p:spPr>
          <a:xfrm>
            <a:off x="6254496" y="136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680" dirty="0"/>
          </a:p>
        </p:txBody>
      </p:sp>
      <p:sp>
        <p:nvSpPr>
          <p:cNvPr id="396" name="R8054"/>
          <p:cNvSpPr/>
          <p:nvPr/>
        </p:nvSpPr>
        <p:spPr>
          <a:xfrm>
            <a:off x="6766941" y="1362134"/>
            <a:ext cx="390000" cy="290000"/>
          </a:xfrm>
          <a:prstGeom prst="rect">
            <a:avLst/>
          </a:prstGeom>
          <a:solidFill>
            <a:srgbClr val="1F3864">
              <a:alpha val="2373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7" name="T8055"/>
          <p:cNvSpPr/>
          <p:nvPr/>
        </p:nvSpPr>
        <p:spPr>
          <a:xfrm>
            <a:off x="676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398" name="T8056"/>
          <p:cNvSpPr/>
          <p:nvPr/>
        </p:nvSpPr>
        <p:spPr>
          <a:xfrm>
            <a:off x="676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399" name="R8057"/>
          <p:cNvSpPr/>
          <p:nvPr/>
        </p:nvSpPr>
        <p:spPr>
          <a:xfrm>
            <a:off x="7156941" y="1362134"/>
            <a:ext cx="390000" cy="290000"/>
          </a:xfrm>
          <a:prstGeom prst="rect">
            <a:avLst/>
          </a:prstGeom>
          <a:solidFill>
            <a:srgbClr val="1F3864">
              <a:alpha val="5637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00" name="T8058"/>
          <p:cNvSpPr/>
          <p:nvPr/>
        </p:nvSpPr>
        <p:spPr>
          <a:xfrm>
            <a:off x="715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3.7M</a:t>
            </a:r>
            <a:endParaRPr lang="zh-CN" sz="570" dirty="0"/>
          </a:p>
        </p:txBody>
      </p:sp>
      <p:sp>
        <p:nvSpPr>
          <p:cNvPr id="401" name="T8059"/>
          <p:cNvSpPr/>
          <p:nvPr/>
        </p:nvSpPr>
        <p:spPr>
          <a:xfrm>
            <a:off x="715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402" name="R8060"/>
          <p:cNvSpPr/>
          <p:nvPr/>
        </p:nvSpPr>
        <p:spPr>
          <a:xfrm>
            <a:off x="7546941" y="1362134"/>
            <a:ext cx="390000" cy="290000"/>
          </a:xfrm>
          <a:prstGeom prst="rect">
            <a:avLst/>
          </a:prstGeom>
          <a:solidFill>
            <a:srgbClr val="1F3864">
              <a:alpha val="7821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03" name="T8061"/>
          <p:cNvSpPr/>
          <p:nvPr/>
        </p:nvSpPr>
        <p:spPr>
          <a:xfrm>
            <a:off x="754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5.6M</a:t>
            </a:r>
            <a:endParaRPr lang="zh-CN" sz="570" dirty="0"/>
          </a:p>
        </p:txBody>
      </p:sp>
      <p:sp>
        <p:nvSpPr>
          <p:cNvPr id="404" name="T8062"/>
          <p:cNvSpPr/>
          <p:nvPr/>
        </p:nvSpPr>
        <p:spPr>
          <a:xfrm>
            <a:off x="754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05" name="R8063"/>
          <p:cNvSpPr/>
          <p:nvPr/>
        </p:nvSpPr>
        <p:spPr>
          <a:xfrm>
            <a:off x="7936941" y="1362134"/>
            <a:ext cx="390000" cy="290000"/>
          </a:xfrm>
          <a:prstGeom prst="rect">
            <a:avLst/>
          </a:prstGeom>
          <a:solidFill>
            <a:srgbClr val="1F3864">
              <a:alpha val="4557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06" name="T8064"/>
          <p:cNvSpPr/>
          <p:nvPr/>
        </p:nvSpPr>
        <p:spPr>
          <a:xfrm>
            <a:off x="793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07" name="T8065"/>
          <p:cNvSpPr/>
          <p:nvPr/>
        </p:nvSpPr>
        <p:spPr>
          <a:xfrm>
            <a:off x="793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08" name="R8066"/>
          <p:cNvSpPr/>
          <p:nvPr/>
        </p:nvSpPr>
        <p:spPr>
          <a:xfrm>
            <a:off x="8326941" y="1362134"/>
            <a:ext cx="390000" cy="290000"/>
          </a:xfrm>
          <a:prstGeom prst="rect">
            <a:avLst/>
          </a:prstGeom>
          <a:solidFill>
            <a:srgbClr val="1F3864">
              <a:alpha val="3946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09" name="T8067"/>
          <p:cNvSpPr/>
          <p:nvPr/>
        </p:nvSpPr>
        <p:spPr>
          <a:xfrm>
            <a:off x="832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2.2M</a:t>
            </a:r>
            <a:endParaRPr lang="zh-CN" sz="570" dirty="0"/>
          </a:p>
        </p:txBody>
      </p:sp>
      <p:sp>
        <p:nvSpPr>
          <p:cNvPr id="410" name="T8068"/>
          <p:cNvSpPr/>
          <p:nvPr/>
        </p:nvSpPr>
        <p:spPr>
          <a:xfrm>
            <a:off x="832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11" name="R8069"/>
          <p:cNvSpPr/>
          <p:nvPr/>
        </p:nvSpPr>
        <p:spPr>
          <a:xfrm>
            <a:off x="8716941" y="1362134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2" name="T8070"/>
          <p:cNvSpPr/>
          <p:nvPr/>
        </p:nvSpPr>
        <p:spPr>
          <a:xfrm>
            <a:off x="871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413" name="T8071"/>
          <p:cNvSpPr/>
          <p:nvPr/>
        </p:nvSpPr>
        <p:spPr>
          <a:xfrm>
            <a:off x="871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14" name="R8072"/>
          <p:cNvSpPr/>
          <p:nvPr/>
        </p:nvSpPr>
        <p:spPr>
          <a:xfrm>
            <a:off x="9106941" y="1362134"/>
            <a:ext cx="390000" cy="290000"/>
          </a:xfrm>
          <a:prstGeom prst="rect">
            <a:avLst/>
          </a:prstGeom>
          <a:solidFill>
            <a:srgbClr val="1F3864">
              <a:alpha val="1936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5" name="T8073"/>
          <p:cNvSpPr/>
          <p:nvPr/>
        </p:nvSpPr>
        <p:spPr>
          <a:xfrm>
            <a:off x="910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416" name="T8074"/>
          <p:cNvSpPr/>
          <p:nvPr/>
        </p:nvSpPr>
        <p:spPr>
          <a:xfrm>
            <a:off x="910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17" name="R8075"/>
          <p:cNvSpPr/>
          <p:nvPr/>
        </p:nvSpPr>
        <p:spPr>
          <a:xfrm>
            <a:off x="9496941" y="136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8" name="R8076"/>
          <p:cNvSpPr/>
          <p:nvPr/>
        </p:nvSpPr>
        <p:spPr>
          <a:xfrm>
            <a:off x="9886941" y="1362134"/>
            <a:ext cx="390000" cy="290000"/>
          </a:xfrm>
          <a:prstGeom prst="rect">
            <a:avLst/>
          </a:prstGeom>
          <a:solidFill>
            <a:srgbClr val="1F3864">
              <a:alpha val="3684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9" name="T8077"/>
          <p:cNvSpPr/>
          <p:nvPr/>
        </p:nvSpPr>
        <p:spPr>
          <a:xfrm>
            <a:off x="988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420" name="T8078"/>
          <p:cNvSpPr/>
          <p:nvPr/>
        </p:nvSpPr>
        <p:spPr>
          <a:xfrm>
            <a:off x="988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21" name="R8079"/>
          <p:cNvSpPr/>
          <p:nvPr/>
        </p:nvSpPr>
        <p:spPr>
          <a:xfrm>
            <a:off x="10276941" y="1362134"/>
            <a:ext cx="390000" cy="290000"/>
          </a:xfrm>
          <a:prstGeom prst="rect">
            <a:avLst/>
          </a:prstGeom>
          <a:solidFill>
            <a:srgbClr val="1F3864">
              <a:alpha val="3684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22" name="T8080"/>
          <p:cNvSpPr/>
          <p:nvPr/>
        </p:nvSpPr>
        <p:spPr>
          <a:xfrm>
            <a:off x="1027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423" name="T8081"/>
          <p:cNvSpPr/>
          <p:nvPr/>
        </p:nvSpPr>
        <p:spPr>
          <a:xfrm>
            <a:off x="1027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424" name="R8082"/>
          <p:cNvSpPr/>
          <p:nvPr/>
        </p:nvSpPr>
        <p:spPr>
          <a:xfrm>
            <a:off x="10666941" y="1362134"/>
            <a:ext cx="390000" cy="290000"/>
          </a:xfrm>
          <a:prstGeom prst="rect">
            <a:avLst/>
          </a:prstGeom>
          <a:solidFill>
            <a:srgbClr val="1F3864">
              <a:alpha val="7615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25" name="T8083"/>
          <p:cNvSpPr/>
          <p:nvPr/>
        </p:nvSpPr>
        <p:spPr>
          <a:xfrm>
            <a:off x="1066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426" name="T8084"/>
          <p:cNvSpPr/>
          <p:nvPr/>
        </p:nvSpPr>
        <p:spPr>
          <a:xfrm>
            <a:off x="1066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427" name="R8085"/>
          <p:cNvSpPr/>
          <p:nvPr/>
        </p:nvSpPr>
        <p:spPr>
          <a:xfrm>
            <a:off x="11056941" y="1362134"/>
            <a:ext cx="390000" cy="290000"/>
          </a:xfrm>
          <a:prstGeom prst="rect">
            <a:avLst/>
          </a:prstGeom>
          <a:solidFill>
            <a:srgbClr val="1F3864">
              <a:alpha val="4557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28" name="T8086"/>
          <p:cNvSpPr/>
          <p:nvPr/>
        </p:nvSpPr>
        <p:spPr>
          <a:xfrm>
            <a:off x="1105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29" name="T8087"/>
          <p:cNvSpPr/>
          <p:nvPr/>
        </p:nvSpPr>
        <p:spPr>
          <a:xfrm>
            <a:off x="11056941" y="153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30" name="R8088"/>
          <p:cNvSpPr/>
          <p:nvPr/>
        </p:nvSpPr>
        <p:spPr>
          <a:xfrm>
            <a:off x="11446941" y="1362134"/>
            <a:ext cx="390000" cy="290000"/>
          </a:xfrm>
          <a:prstGeom prst="rect">
            <a:avLst/>
          </a:prstGeom>
          <a:solidFill>
            <a:srgbClr val="808FA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1" name="T8089"/>
          <p:cNvSpPr/>
          <p:nvPr/>
        </p:nvSpPr>
        <p:spPr>
          <a:xfrm>
            <a:off x="1144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3.5M</a:t>
            </a:r>
            <a:endParaRPr lang="zh-CN" sz="570" dirty="0"/>
          </a:p>
        </p:txBody>
      </p:sp>
      <p:sp>
        <p:nvSpPr>
          <p:cNvPr id="432" name="T8090"/>
          <p:cNvSpPr/>
          <p:nvPr/>
        </p:nvSpPr>
        <p:spPr>
          <a:xfrm>
            <a:off x="11481435" y="1526540"/>
            <a:ext cx="298450" cy="1073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33" name="T8091"/>
          <p:cNvSpPr/>
          <p:nvPr/>
        </p:nvSpPr>
        <p:spPr>
          <a:xfrm>
            <a:off x="6254496" y="165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680" dirty="0"/>
          </a:p>
        </p:txBody>
      </p:sp>
      <p:sp>
        <p:nvSpPr>
          <p:cNvPr id="434" name="R8092"/>
          <p:cNvSpPr/>
          <p:nvPr/>
        </p:nvSpPr>
        <p:spPr>
          <a:xfrm>
            <a:off x="6766941" y="1652134"/>
            <a:ext cx="390000" cy="290000"/>
          </a:xfrm>
          <a:prstGeom prst="rect">
            <a:avLst/>
          </a:prstGeom>
          <a:solidFill>
            <a:srgbClr val="2980B9">
              <a:alpha val="173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5" name="T8093"/>
          <p:cNvSpPr/>
          <p:nvPr/>
        </p:nvSpPr>
        <p:spPr>
          <a:xfrm>
            <a:off x="676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36" name="T8094"/>
          <p:cNvSpPr/>
          <p:nvPr/>
        </p:nvSpPr>
        <p:spPr>
          <a:xfrm>
            <a:off x="676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37" name="R8095"/>
          <p:cNvSpPr/>
          <p:nvPr/>
        </p:nvSpPr>
        <p:spPr>
          <a:xfrm>
            <a:off x="7156941" y="165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8" name="R8096"/>
          <p:cNvSpPr/>
          <p:nvPr/>
        </p:nvSpPr>
        <p:spPr>
          <a:xfrm>
            <a:off x="7546941" y="1652134"/>
            <a:ext cx="390000" cy="290000"/>
          </a:xfrm>
          <a:prstGeom prst="rect">
            <a:avLst/>
          </a:prstGeom>
          <a:solidFill>
            <a:srgbClr val="2980B9">
              <a:alpha val="3925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9" name="T8097"/>
          <p:cNvSpPr/>
          <p:nvPr/>
        </p:nvSpPr>
        <p:spPr>
          <a:xfrm>
            <a:off x="754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440" name="T8098"/>
          <p:cNvSpPr/>
          <p:nvPr/>
        </p:nvSpPr>
        <p:spPr>
          <a:xfrm>
            <a:off x="754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441" name="R8099"/>
          <p:cNvSpPr/>
          <p:nvPr/>
        </p:nvSpPr>
        <p:spPr>
          <a:xfrm>
            <a:off x="7936941" y="1652134"/>
            <a:ext cx="390000" cy="290000"/>
          </a:xfrm>
          <a:prstGeom prst="rect">
            <a:avLst/>
          </a:prstGeom>
          <a:solidFill>
            <a:srgbClr val="2980B9">
              <a:alpha val="4788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42" name="T8100"/>
          <p:cNvSpPr/>
          <p:nvPr/>
        </p:nvSpPr>
        <p:spPr>
          <a:xfrm>
            <a:off x="793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443" name="T8101"/>
          <p:cNvSpPr/>
          <p:nvPr/>
        </p:nvSpPr>
        <p:spPr>
          <a:xfrm>
            <a:off x="793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444" name="R8102"/>
          <p:cNvSpPr/>
          <p:nvPr/>
        </p:nvSpPr>
        <p:spPr>
          <a:xfrm>
            <a:off x="8326941" y="1652134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45" name="T8103"/>
          <p:cNvSpPr/>
          <p:nvPr/>
        </p:nvSpPr>
        <p:spPr>
          <a:xfrm>
            <a:off x="832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5.4M</a:t>
            </a:r>
            <a:endParaRPr lang="zh-CN" sz="570" dirty="0"/>
          </a:p>
        </p:txBody>
      </p:sp>
      <p:sp>
        <p:nvSpPr>
          <p:cNvPr id="446" name="T8104"/>
          <p:cNvSpPr/>
          <p:nvPr/>
        </p:nvSpPr>
        <p:spPr>
          <a:xfrm>
            <a:off x="832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47" name="R8105"/>
          <p:cNvSpPr/>
          <p:nvPr/>
        </p:nvSpPr>
        <p:spPr>
          <a:xfrm>
            <a:off x="8716941" y="1652134"/>
            <a:ext cx="390000" cy="290000"/>
          </a:xfrm>
          <a:prstGeom prst="rect">
            <a:avLst/>
          </a:prstGeom>
          <a:solidFill>
            <a:srgbClr val="2980B9">
              <a:alpha val="4805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48" name="T8106"/>
          <p:cNvSpPr/>
          <p:nvPr/>
        </p:nvSpPr>
        <p:spPr>
          <a:xfrm>
            <a:off x="871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2.8M</a:t>
            </a:r>
            <a:endParaRPr lang="zh-CN" sz="570" dirty="0"/>
          </a:p>
        </p:txBody>
      </p:sp>
      <p:sp>
        <p:nvSpPr>
          <p:cNvPr id="449" name="T8107"/>
          <p:cNvSpPr/>
          <p:nvPr/>
        </p:nvSpPr>
        <p:spPr>
          <a:xfrm>
            <a:off x="871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450" name="R8108"/>
          <p:cNvSpPr/>
          <p:nvPr/>
        </p:nvSpPr>
        <p:spPr>
          <a:xfrm>
            <a:off x="9106941" y="1652134"/>
            <a:ext cx="390000" cy="290000"/>
          </a:xfrm>
          <a:prstGeom prst="rect">
            <a:avLst/>
          </a:prstGeom>
          <a:solidFill>
            <a:srgbClr val="2980B9">
              <a:alpha val="1780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1" name="T8109"/>
          <p:cNvSpPr/>
          <p:nvPr/>
        </p:nvSpPr>
        <p:spPr>
          <a:xfrm>
            <a:off x="910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52" name="T8110"/>
          <p:cNvSpPr/>
          <p:nvPr/>
        </p:nvSpPr>
        <p:spPr>
          <a:xfrm>
            <a:off x="910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53" name="R8111"/>
          <p:cNvSpPr/>
          <p:nvPr/>
        </p:nvSpPr>
        <p:spPr>
          <a:xfrm>
            <a:off x="9496941" y="1652134"/>
            <a:ext cx="390000" cy="290000"/>
          </a:xfrm>
          <a:prstGeom prst="rect">
            <a:avLst/>
          </a:prstGeom>
          <a:solidFill>
            <a:srgbClr val="2980B9">
              <a:alpha val="5958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4" name="T8112"/>
          <p:cNvSpPr/>
          <p:nvPr/>
        </p:nvSpPr>
        <p:spPr>
          <a:xfrm>
            <a:off x="949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3.7M</a:t>
            </a:r>
            <a:endParaRPr lang="zh-CN" sz="570" dirty="0"/>
          </a:p>
        </p:txBody>
      </p:sp>
      <p:sp>
        <p:nvSpPr>
          <p:cNvPr id="455" name="T8113"/>
          <p:cNvSpPr/>
          <p:nvPr/>
        </p:nvSpPr>
        <p:spPr>
          <a:xfrm>
            <a:off x="949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456" name="R8114"/>
          <p:cNvSpPr/>
          <p:nvPr/>
        </p:nvSpPr>
        <p:spPr>
          <a:xfrm>
            <a:off x="9886941" y="1652134"/>
            <a:ext cx="390000" cy="290000"/>
          </a:xfrm>
          <a:prstGeom prst="rect">
            <a:avLst/>
          </a:prstGeom>
          <a:solidFill>
            <a:srgbClr val="2980B9">
              <a:alpha val="1593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7" name="T8115"/>
          <p:cNvSpPr/>
          <p:nvPr/>
        </p:nvSpPr>
        <p:spPr>
          <a:xfrm>
            <a:off x="988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458" name="T8116"/>
          <p:cNvSpPr/>
          <p:nvPr/>
        </p:nvSpPr>
        <p:spPr>
          <a:xfrm>
            <a:off x="988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59" name="R8117"/>
          <p:cNvSpPr/>
          <p:nvPr/>
        </p:nvSpPr>
        <p:spPr>
          <a:xfrm>
            <a:off x="10276941" y="1652134"/>
            <a:ext cx="390000" cy="290000"/>
          </a:xfrm>
          <a:prstGeom prst="rect">
            <a:avLst/>
          </a:prstGeom>
          <a:solidFill>
            <a:srgbClr val="2980B9">
              <a:alpha val="243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60" name="T8118"/>
          <p:cNvSpPr/>
          <p:nvPr/>
        </p:nvSpPr>
        <p:spPr>
          <a:xfrm>
            <a:off x="1027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0.8M</a:t>
            </a:r>
            <a:endParaRPr lang="zh-CN" sz="570" dirty="0"/>
          </a:p>
        </p:txBody>
      </p:sp>
      <p:sp>
        <p:nvSpPr>
          <p:cNvPr id="461" name="T8119"/>
          <p:cNvSpPr/>
          <p:nvPr/>
        </p:nvSpPr>
        <p:spPr>
          <a:xfrm>
            <a:off x="1027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62" name="R8120"/>
          <p:cNvSpPr/>
          <p:nvPr/>
        </p:nvSpPr>
        <p:spPr>
          <a:xfrm>
            <a:off x="10666941" y="1652134"/>
            <a:ext cx="390000" cy="290000"/>
          </a:xfrm>
          <a:prstGeom prst="rect">
            <a:avLst/>
          </a:prstGeom>
          <a:solidFill>
            <a:srgbClr val="2980B9">
              <a:alpha val="6731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63" name="T8121"/>
          <p:cNvSpPr/>
          <p:nvPr/>
        </p:nvSpPr>
        <p:spPr>
          <a:xfrm>
            <a:off x="1066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4.4M</a:t>
            </a:r>
            <a:endParaRPr lang="zh-CN" sz="570" dirty="0"/>
          </a:p>
        </p:txBody>
      </p:sp>
      <p:sp>
        <p:nvSpPr>
          <p:cNvPr id="464" name="T8122"/>
          <p:cNvSpPr/>
          <p:nvPr/>
        </p:nvSpPr>
        <p:spPr>
          <a:xfrm>
            <a:off x="1066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465" name="R8123"/>
          <p:cNvSpPr/>
          <p:nvPr/>
        </p:nvSpPr>
        <p:spPr>
          <a:xfrm>
            <a:off x="11056941" y="1652134"/>
            <a:ext cx="390000" cy="290000"/>
          </a:xfrm>
          <a:prstGeom prst="rect">
            <a:avLst/>
          </a:prstGeom>
          <a:solidFill>
            <a:srgbClr val="2980B9">
              <a:alpha val="3746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66" name="T8124"/>
          <p:cNvSpPr/>
          <p:nvPr/>
        </p:nvSpPr>
        <p:spPr>
          <a:xfrm>
            <a:off x="1105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zh-CN" sz="570" dirty="0"/>
          </a:p>
        </p:txBody>
      </p:sp>
      <p:sp>
        <p:nvSpPr>
          <p:cNvPr id="467" name="T8125"/>
          <p:cNvSpPr/>
          <p:nvPr/>
        </p:nvSpPr>
        <p:spPr>
          <a:xfrm>
            <a:off x="11056941" y="182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468" name="R8126"/>
          <p:cNvSpPr/>
          <p:nvPr/>
        </p:nvSpPr>
        <p:spPr>
          <a:xfrm>
            <a:off x="11446941" y="1652134"/>
            <a:ext cx="390000" cy="290000"/>
          </a:xfrm>
          <a:prstGeom prst="rect">
            <a:avLst/>
          </a:prstGeom>
          <a:solidFill>
            <a:srgbClr val="6FA9D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69" name="T8127"/>
          <p:cNvSpPr/>
          <p:nvPr/>
        </p:nvSpPr>
        <p:spPr>
          <a:xfrm>
            <a:off x="1144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473" name="T8128"/>
          <p:cNvSpPr/>
          <p:nvPr/>
        </p:nvSpPr>
        <p:spPr>
          <a:xfrm>
            <a:off x="11532870" y="1834515"/>
            <a:ext cx="219710" cy="107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474" name="T8129"/>
          <p:cNvSpPr/>
          <p:nvPr/>
        </p:nvSpPr>
        <p:spPr>
          <a:xfrm>
            <a:off x="6254496" y="194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680" dirty="0"/>
          </a:p>
        </p:txBody>
      </p:sp>
      <p:sp>
        <p:nvSpPr>
          <p:cNvPr id="475" name="R8130"/>
          <p:cNvSpPr/>
          <p:nvPr/>
        </p:nvSpPr>
        <p:spPr>
          <a:xfrm>
            <a:off x="6766941" y="1942134"/>
            <a:ext cx="390000" cy="290000"/>
          </a:xfrm>
          <a:prstGeom prst="rect">
            <a:avLst/>
          </a:prstGeom>
          <a:solidFill>
            <a:srgbClr val="E67E22">
              <a:alpha val="1745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6" name="T8131"/>
          <p:cNvSpPr/>
          <p:nvPr/>
        </p:nvSpPr>
        <p:spPr>
          <a:xfrm>
            <a:off x="676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77" name="T8132"/>
          <p:cNvSpPr/>
          <p:nvPr/>
        </p:nvSpPr>
        <p:spPr>
          <a:xfrm>
            <a:off x="676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78" name="R8133"/>
          <p:cNvSpPr/>
          <p:nvPr/>
        </p:nvSpPr>
        <p:spPr>
          <a:xfrm>
            <a:off x="7156941" y="1942134"/>
            <a:ext cx="390000" cy="290000"/>
          </a:xfrm>
          <a:prstGeom prst="rect">
            <a:avLst/>
          </a:prstGeom>
          <a:solidFill>
            <a:srgbClr val="E67E22">
              <a:alpha val="1868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9" name="T8134"/>
          <p:cNvSpPr/>
          <p:nvPr/>
        </p:nvSpPr>
        <p:spPr>
          <a:xfrm>
            <a:off x="715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80" name="T8135"/>
          <p:cNvSpPr/>
          <p:nvPr/>
        </p:nvSpPr>
        <p:spPr>
          <a:xfrm>
            <a:off x="715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481" name="R8136"/>
          <p:cNvSpPr/>
          <p:nvPr/>
        </p:nvSpPr>
        <p:spPr>
          <a:xfrm>
            <a:off x="7546941" y="1942134"/>
            <a:ext cx="390000" cy="290000"/>
          </a:xfrm>
          <a:prstGeom prst="rect">
            <a:avLst/>
          </a:prstGeom>
          <a:solidFill>
            <a:srgbClr val="E67E22">
              <a:alpha val="3246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2" name="T8137"/>
          <p:cNvSpPr/>
          <p:nvPr/>
        </p:nvSpPr>
        <p:spPr>
          <a:xfrm>
            <a:off x="754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483" name="T8138"/>
          <p:cNvSpPr/>
          <p:nvPr/>
        </p:nvSpPr>
        <p:spPr>
          <a:xfrm>
            <a:off x="754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484" name="R8139"/>
          <p:cNvSpPr/>
          <p:nvPr/>
        </p:nvSpPr>
        <p:spPr>
          <a:xfrm>
            <a:off x="7936941" y="1942134"/>
            <a:ext cx="390000" cy="290000"/>
          </a:xfrm>
          <a:prstGeom prst="rect">
            <a:avLst/>
          </a:prstGeom>
          <a:solidFill>
            <a:srgbClr val="E67E22">
              <a:alpha val="3216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5" name="T8140"/>
          <p:cNvSpPr/>
          <p:nvPr/>
        </p:nvSpPr>
        <p:spPr>
          <a:xfrm>
            <a:off x="793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486" name="T8141"/>
          <p:cNvSpPr/>
          <p:nvPr/>
        </p:nvSpPr>
        <p:spPr>
          <a:xfrm>
            <a:off x="793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87" name="R8142"/>
          <p:cNvSpPr/>
          <p:nvPr/>
        </p:nvSpPr>
        <p:spPr>
          <a:xfrm>
            <a:off x="8326941" y="1942134"/>
            <a:ext cx="390000" cy="290000"/>
          </a:xfrm>
          <a:prstGeom prst="rect">
            <a:avLst/>
          </a:prstGeom>
          <a:solidFill>
            <a:srgbClr val="E67E22">
              <a:alpha val="7766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8" name="T8143"/>
          <p:cNvSpPr/>
          <p:nvPr/>
        </p:nvSpPr>
        <p:spPr>
          <a:xfrm>
            <a:off x="832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489" name="T8144"/>
          <p:cNvSpPr/>
          <p:nvPr/>
        </p:nvSpPr>
        <p:spPr>
          <a:xfrm>
            <a:off x="832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90" name="R8145"/>
          <p:cNvSpPr/>
          <p:nvPr/>
        </p:nvSpPr>
        <p:spPr>
          <a:xfrm>
            <a:off x="8716941" y="1942134"/>
            <a:ext cx="390000" cy="290000"/>
          </a:xfrm>
          <a:prstGeom prst="rect">
            <a:avLst/>
          </a:prstGeom>
          <a:solidFill>
            <a:srgbClr val="E67E22">
              <a:alpha val="362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1" name="T8146"/>
          <p:cNvSpPr/>
          <p:nvPr/>
        </p:nvSpPr>
        <p:spPr>
          <a:xfrm>
            <a:off x="871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1.4M</a:t>
            </a:r>
            <a:endParaRPr lang="zh-CN" sz="570" dirty="0"/>
          </a:p>
        </p:txBody>
      </p:sp>
      <p:sp>
        <p:nvSpPr>
          <p:cNvPr id="492" name="T8147"/>
          <p:cNvSpPr/>
          <p:nvPr/>
        </p:nvSpPr>
        <p:spPr>
          <a:xfrm>
            <a:off x="871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493" name="R8148"/>
          <p:cNvSpPr/>
          <p:nvPr/>
        </p:nvSpPr>
        <p:spPr>
          <a:xfrm>
            <a:off x="9106941" y="194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4" name="R8149"/>
          <p:cNvSpPr/>
          <p:nvPr/>
        </p:nvSpPr>
        <p:spPr>
          <a:xfrm>
            <a:off x="9496941" y="1942134"/>
            <a:ext cx="390000" cy="290000"/>
          </a:xfrm>
          <a:prstGeom prst="rect">
            <a:avLst/>
          </a:prstGeom>
          <a:solidFill>
            <a:srgbClr val="E67E22">
              <a:alpha val="2242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5" name="T8150"/>
          <p:cNvSpPr/>
          <p:nvPr/>
        </p:nvSpPr>
        <p:spPr>
          <a:xfrm>
            <a:off x="949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496" name="T8151"/>
          <p:cNvSpPr/>
          <p:nvPr/>
        </p:nvSpPr>
        <p:spPr>
          <a:xfrm>
            <a:off x="949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497" name="R8152"/>
          <p:cNvSpPr/>
          <p:nvPr/>
        </p:nvSpPr>
        <p:spPr>
          <a:xfrm>
            <a:off x="9886941" y="1942134"/>
            <a:ext cx="390000" cy="290000"/>
          </a:xfrm>
          <a:prstGeom prst="rect">
            <a:avLst/>
          </a:prstGeom>
          <a:solidFill>
            <a:srgbClr val="E67E22">
              <a:alpha val="1745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8" name="T8153"/>
          <p:cNvSpPr/>
          <p:nvPr/>
        </p:nvSpPr>
        <p:spPr>
          <a:xfrm>
            <a:off x="988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499" name="T8154"/>
          <p:cNvSpPr/>
          <p:nvPr/>
        </p:nvSpPr>
        <p:spPr>
          <a:xfrm>
            <a:off x="988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00" name="R8155"/>
          <p:cNvSpPr/>
          <p:nvPr/>
        </p:nvSpPr>
        <p:spPr>
          <a:xfrm>
            <a:off x="10276941" y="1942134"/>
            <a:ext cx="390000" cy="290000"/>
          </a:xfrm>
          <a:prstGeom prst="rect">
            <a:avLst/>
          </a:prstGeom>
          <a:solidFill>
            <a:srgbClr val="E67E22">
              <a:alpha val="2114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01" name="T8156"/>
          <p:cNvSpPr/>
          <p:nvPr/>
        </p:nvSpPr>
        <p:spPr>
          <a:xfrm>
            <a:off x="1027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502" name="T8157"/>
          <p:cNvSpPr/>
          <p:nvPr/>
        </p:nvSpPr>
        <p:spPr>
          <a:xfrm>
            <a:off x="1027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03" name="R8158"/>
          <p:cNvSpPr/>
          <p:nvPr/>
        </p:nvSpPr>
        <p:spPr>
          <a:xfrm>
            <a:off x="10666941" y="1942134"/>
            <a:ext cx="390000" cy="290000"/>
          </a:xfrm>
          <a:prstGeom prst="rect">
            <a:avLst/>
          </a:prstGeom>
          <a:solidFill>
            <a:srgbClr val="E67E22">
              <a:alpha val="3257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04" name="T8159"/>
          <p:cNvSpPr/>
          <p:nvPr/>
        </p:nvSpPr>
        <p:spPr>
          <a:xfrm>
            <a:off x="1066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505" name="T8160"/>
          <p:cNvSpPr/>
          <p:nvPr/>
        </p:nvSpPr>
        <p:spPr>
          <a:xfrm>
            <a:off x="1066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506" name="R8161"/>
          <p:cNvSpPr/>
          <p:nvPr/>
        </p:nvSpPr>
        <p:spPr>
          <a:xfrm>
            <a:off x="11056941" y="1942134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07" name="T8162"/>
          <p:cNvSpPr/>
          <p:nvPr/>
        </p:nvSpPr>
        <p:spPr>
          <a:xfrm>
            <a:off x="1105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508" name="T8163"/>
          <p:cNvSpPr/>
          <p:nvPr/>
        </p:nvSpPr>
        <p:spPr>
          <a:xfrm>
            <a:off x="11056941" y="211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509" name="R8164"/>
          <p:cNvSpPr/>
          <p:nvPr/>
        </p:nvSpPr>
        <p:spPr>
          <a:xfrm>
            <a:off x="11446941" y="1942134"/>
            <a:ext cx="390000" cy="290000"/>
          </a:xfrm>
          <a:prstGeom prst="rect">
            <a:avLst/>
          </a:prstGeom>
          <a:solidFill>
            <a:srgbClr val="F7D5B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0" name="T8165"/>
          <p:cNvSpPr/>
          <p:nvPr/>
        </p:nvSpPr>
        <p:spPr>
          <a:xfrm>
            <a:off x="1144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511" name="T8166"/>
          <p:cNvSpPr/>
          <p:nvPr/>
        </p:nvSpPr>
        <p:spPr>
          <a:xfrm>
            <a:off x="11527155" y="2115820"/>
            <a:ext cx="193675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12" name="T8167"/>
          <p:cNvSpPr/>
          <p:nvPr/>
        </p:nvSpPr>
        <p:spPr>
          <a:xfrm>
            <a:off x="6254496" y="223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680" dirty="0"/>
          </a:p>
        </p:txBody>
      </p:sp>
      <p:sp>
        <p:nvSpPr>
          <p:cNvPr id="513" name="R8168"/>
          <p:cNvSpPr/>
          <p:nvPr/>
        </p:nvSpPr>
        <p:spPr>
          <a:xfrm>
            <a:off x="676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4" name="R8169"/>
          <p:cNvSpPr/>
          <p:nvPr/>
        </p:nvSpPr>
        <p:spPr>
          <a:xfrm>
            <a:off x="7156941" y="2232134"/>
            <a:ext cx="390000" cy="290000"/>
          </a:xfrm>
          <a:prstGeom prst="rect">
            <a:avLst/>
          </a:prstGeom>
          <a:solidFill>
            <a:srgbClr val="8E44AD">
              <a:alpha val="2794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5" name="T8170"/>
          <p:cNvSpPr/>
          <p:nvPr/>
        </p:nvSpPr>
        <p:spPr>
          <a:xfrm>
            <a:off x="715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516" name="T8171"/>
          <p:cNvSpPr/>
          <p:nvPr/>
        </p:nvSpPr>
        <p:spPr>
          <a:xfrm>
            <a:off x="715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17" name="R8172"/>
          <p:cNvSpPr/>
          <p:nvPr/>
        </p:nvSpPr>
        <p:spPr>
          <a:xfrm>
            <a:off x="754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8" name="R8173"/>
          <p:cNvSpPr/>
          <p:nvPr/>
        </p:nvSpPr>
        <p:spPr>
          <a:xfrm>
            <a:off x="793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9" name="R8174"/>
          <p:cNvSpPr/>
          <p:nvPr/>
        </p:nvSpPr>
        <p:spPr>
          <a:xfrm>
            <a:off x="8326941" y="2232134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0" name="T8175"/>
          <p:cNvSpPr/>
          <p:nvPr/>
        </p:nvSpPr>
        <p:spPr>
          <a:xfrm>
            <a:off x="832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521" name="T8176"/>
          <p:cNvSpPr/>
          <p:nvPr/>
        </p:nvSpPr>
        <p:spPr>
          <a:xfrm>
            <a:off x="832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22" name="R8177"/>
          <p:cNvSpPr/>
          <p:nvPr/>
        </p:nvSpPr>
        <p:spPr>
          <a:xfrm>
            <a:off x="871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3" name="R8178"/>
          <p:cNvSpPr/>
          <p:nvPr/>
        </p:nvSpPr>
        <p:spPr>
          <a:xfrm>
            <a:off x="9106941" y="2232134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4" name="T8179"/>
          <p:cNvSpPr/>
          <p:nvPr/>
        </p:nvSpPr>
        <p:spPr>
          <a:xfrm>
            <a:off x="910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25" name="T8180"/>
          <p:cNvSpPr/>
          <p:nvPr/>
        </p:nvSpPr>
        <p:spPr>
          <a:xfrm>
            <a:off x="910694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26" name="R8181"/>
          <p:cNvSpPr/>
          <p:nvPr/>
        </p:nvSpPr>
        <p:spPr>
          <a:xfrm>
            <a:off x="949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7" name="R8182"/>
          <p:cNvSpPr/>
          <p:nvPr/>
        </p:nvSpPr>
        <p:spPr>
          <a:xfrm>
            <a:off x="988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8" name="R8183"/>
          <p:cNvSpPr/>
          <p:nvPr/>
        </p:nvSpPr>
        <p:spPr>
          <a:xfrm>
            <a:off x="1027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29" name="R8184"/>
          <p:cNvSpPr/>
          <p:nvPr/>
        </p:nvSpPr>
        <p:spPr>
          <a:xfrm>
            <a:off x="1066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0" name="R8185"/>
          <p:cNvSpPr/>
          <p:nvPr/>
        </p:nvSpPr>
        <p:spPr>
          <a:xfrm>
            <a:off x="11056941" y="223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1" name="R8186"/>
          <p:cNvSpPr/>
          <p:nvPr/>
        </p:nvSpPr>
        <p:spPr>
          <a:xfrm>
            <a:off x="11446941" y="2232134"/>
            <a:ext cx="390000" cy="290000"/>
          </a:xfrm>
          <a:prstGeom prst="rect">
            <a:avLst/>
          </a:prstGeom>
          <a:solidFill>
            <a:srgbClr val="DDCAE7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32" name="T8187"/>
          <p:cNvSpPr/>
          <p:nvPr/>
        </p:nvSpPr>
        <p:spPr>
          <a:xfrm>
            <a:off x="1144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533" name="T8188"/>
          <p:cNvSpPr/>
          <p:nvPr/>
        </p:nvSpPr>
        <p:spPr>
          <a:xfrm>
            <a:off x="1143551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34" name="T8189"/>
          <p:cNvSpPr/>
          <p:nvPr/>
        </p:nvSpPr>
        <p:spPr>
          <a:xfrm>
            <a:off x="6254496" y="252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680" dirty="0"/>
          </a:p>
        </p:txBody>
      </p:sp>
      <p:sp>
        <p:nvSpPr>
          <p:cNvPr id="535" name="R8190"/>
          <p:cNvSpPr/>
          <p:nvPr/>
        </p:nvSpPr>
        <p:spPr>
          <a:xfrm>
            <a:off x="6766941" y="2522134"/>
            <a:ext cx="390000" cy="290000"/>
          </a:xfrm>
          <a:prstGeom prst="rect">
            <a:avLst/>
          </a:prstGeom>
          <a:solidFill>
            <a:srgbClr val="94A3B8">
              <a:alpha val="3844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6" name="T8191"/>
          <p:cNvSpPr/>
          <p:nvPr/>
        </p:nvSpPr>
        <p:spPr>
          <a:xfrm>
            <a:off x="676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37" name="T8192"/>
          <p:cNvSpPr/>
          <p:nvPr/>
        </p:nvSpPr>
        <p:spPr>
          <a:xfrm>
            <a:off x="676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38" name="R8193"/>
          <p:cNvSpPr/>
          <p:nvPr/>
        </p:nvSpPr>
        <p:spPr>
          <a:xfrm>
            <a:off x="7156941" y="2522134"/>
            <a:ext cx="390000" cy="290000"/>
          </a:xfrm>
          <a:prstGeom prst="rect">
            <a:avLst/>
          </a:prstGeom>
          <a:solidFill>
            <a:srgbClr val="94A3B8">
              <a:alpha val="3745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9" name="T8194"/>
          <p:cNvSpPr/>
          <p:nvPr/>
        </p:nvSpPr>
        <p:spPr>
          <a:xfrm>
            <a:off x="715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40" name="T8195"/>
          <p:cNvSpPr/>
          <p:nvPr/>
        </p:nvSpPr>
        <p:spPr>
          <a:xfrm>
            <a:off x="715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41" name="R8196"/>
          <p:cNvSpPr/>
          <p:nvPr/>
        </p:nvSpPr>
        <p:spPr>
          <a:xfrm>
            <a:off x="7546941" y="2522134"/>
            <a:ext cx="390000" cy="290000"/>
          </a:xfrm>
          <a:prstGeom prst="rect">
            <a:avLst/>
          </a:prstGeom>
          <a:solidFill>
            <a:srgbClr val="94A3B8">
              <a:alpha val="1874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42" name="T8197"/>
          <p:cNvSpPr/>
          <p:nvPr/>
        </p:nvSpPr>
        <p:spPr>
          <a:xfrm>
            <a:off x="754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43" name="T8198"/>
          <p:cNvSpPr/>
          <p:nvPr/>
        </p:nvSpPr>
        <p:spPr>
          <a:xfrm>
            <a:off x="754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44" name="R8199"/>
          <p:cNvSpPr/>
          <p:nvPr/>
        </p:nvSpPr>
        <p:spPr>
          <a:xfrm>
            <a:off x="7936941" y="2522134"/>
            <a:ext cx="390000" cy="290000"/>
          </a:xfrm>
          <a:prstGeom prst="rect">
            <a:avLst/>
          </a:prstGeom>
          <a:solidFill>
            <a:srgbClr val="94A3B8">
              <a:alpha val="1874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45" name="T8200"/>
          <p:cNvSpPr/>
          <p:nvPr/>
        </p:nvSpPr>
        <p:spPr>
          <a:xfrm>
            <a:off x="793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46" name="T8201"/>
          <p:cNvSpPr/>
          <p:nvPr/>
        </p:nvSpPr>
        <p:spPr>
          <a:xfrm>
            <a:off x="793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47" name="R8202"/>
          <p:cNvSpPr/>
          <p:nvPr/>
        </p:nvSpPr>
        <p:spPr>
          <a:xfrm>
            <a:off x="8326941" y="2522134"/>
            <a:ext cx="390000" cy="290000"/>
          </a:xfrm>
          <a:prstGeom prst="rect">
            <a:avLst/>
          </a:prstGeom>
          <a:solidFill>
            <a:srgbClr val="94A3B8">
              <a:alpha val="3969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48" name="T8203"/>
          <p:cNvSpPr/>
          <p:nvPr/>
        </p:nvSpPr>
        <p:spPr>
          <a:xfrm>
            <a:off x="832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549" name="T8204"/>
          <p:cNvSpPr/>
          <p:nvPr/>
        </p:nvSpPr>
        <p:spPr>
          <a:xfrm>
            <a:off x="832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50" name="R8205"/>
          <p:cNvSpPr/>
          <p:nvPr/>
        </p:nvSpPr>
        <p:spPr>
          <a:xfrm>
            <a:off x="8716941" y="252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1" name="R8206"/>
          <p:cNvSpPr/>
          <p:nvPr/>
        </p:nvSpPr>
        <p:spPr>
          <a:xfrm>
            <a:off x="9106941" y="2522134"/>
            <a:ext cx="390000" cy="290000"/>
          </a:xfrm>
          <a:prstGeom prst="rect">
            <a:avLst/>
          </a:prstGeom>
          <a:solidFill>
            <a:srgbClr val="94A3B8">
              <a:alpha val="3370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2" name="T8207"/>
          <p:cNvSpPr/>
          <p:nvPr/>
        </p:nvSpPr>
        <p:spPr>
          <a:xfrm>
            <a:off x="910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553" name="T8208"/>
          <p:cNvSpPr/>
          <p:nvPr/>
        </p:nvSpPr>
        <p:spPr>
          <a:xfrm>
            <a:off x="910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54" name="R8209"/>
          <p:cNvSpPr/>
          <p:nvPr/>
        </p:nvSpPr>
        <p:spPr>
          <a:xfrm>
            <a:off x="9496941" y="2522134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5" name="R8210"/>
          <p:cNvSpPr/>
          <p:nvPr/>
        </p:nvSpPr>
        <p:spPr>
          <a:xfrm>
            <a:off x="9886941" y="2522134"/>
            <a:ext cx="390000" cy="290000"/>
          </a:xfrm>
          <a:prstGeom prst="rect">
            <a:avLst/>
          </a:prstGeom>
          <a:solidFill>
            <a:srgbClr val="94A3B8">
              <a:alpha val="1882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6" name="T8211"/>
          <p:cNvSpPr/>
          <p:nvPr/>
        </p:nvSpPr>
        <p:spPr>
          <a:xfrm>
            <a:off x="988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57" name="T8212"/>
          <p:cNvSpPr/>
          <p:nvPr/>
        </p:nvSpPr>
        <p:spPr>
          <a:xfrm>
            <a:off x="988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58" name="R8213"/>
          <p:cNvSpPr/>
          <p:nvPr/>
        </p:nvSpPr>
        <p:spPr>
          <a:xfrm>
            <a:off x="10276941" y="2522134"/>
            <a:ext cx="390000" cy="290000"/>
          </a:xfrm>
          <a:prstGeom prst="rect">
            <a:avLst/>
          </a:prstGeom>
          <a:solidFill>
            <a:srgbClr val="94A3B8">
              <a:alpha val="2080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9" name="T8214"/>
          <p:cNvSpPr/>
          <p:nvPr/>
        </p:nvSpPr>
        <p:spPr>
          <a:xfrm>
            <a:off x="1027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560" name="T8215"/>
          <p:cNvSpPr/>
          <p:nvPr/>
        </p:nvSpPr>
        <p:spPr>
          <a:xfrm>
            <a:off x="1027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61" name="R8216"/>
          <p:cNvSpPr/>
          <p:nvPr/>
        </p:nvSpPr>
        <p:spPr>
          <a:xfrm>
            <a:off x="10666941" y="2522134"/>
            <a:ext cx="390000" cy="290000"/>
          </a:xfrm>
          <a:prstGeom prst="rect">
            <a:avLst/>
          </a:prstGeom>
          <a:solidFill>
            <a:srgbClr val="94A3B8">
              <a:alpha val="4589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62" name="T8217"/>
          <p:cNvSpPr/>
          <p:nvPr/>
        </p:nvSpPr>
        <p:spPr>
          <a:xfrm>
            <a:off x="1066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563" name="T8218"/>
          <p:cNvSpPr/>
          <p:nvPr/>
        </p:nvSpPr>
        <p:spPr>
          <a:xfrm>
            <a:off x="1066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564" name="R8219"/>
          <p:cNvSpPr/>
          <p:nvPr/>
        </p:nvSpPr>
        <p:spPr>
          <a:xfrm>
            <a:off x="11056941" y="2522134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65" name="T8220"/>
          <p:cNvSpPr/>
          <p:nvPr/>
        </p:nvSpPr>
        <p:spPr>
          <a:xfrm>
            <a:off x="1105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566" name="T8221"/>
          <p:cNvSpPr/>
          <p:nvPr/>
        </p:nvSpPr>
        <p:spPr>
          <a:xfrm>
            <a:off x="11056941" y="269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567" name="T8223"/>
          <p:cNvSpPr/>
          <p:nvPr/>
        </p:nvSpPr>
        <p:spPr>
          <a:xfrm>
            <a:off x="1144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568" name="T8225"/>
          <p:cNvSpPr/>
          <p:nvPr/>
        </p:nvSpPr>
        <p:spPr>
          <a:xfrm>
            <a:off x="6254496" y="281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680" dirty="0"/>
          </a:p>
        </p:txBody>
      </p:sp>
      <p:sp>
        <p:nvSpPr>
          <p:cNvPr id="569" name="R8226"/>
          <p:cNvSpPr/>
          <p:nvPr/>
        </p:nvSpPr>
        <p:spPr>
          <a:xfrm>
            <a:off x="6766941" y="2812134"/>
            <a:ext cx="390000" cy="290000"/>
          </a:xfrm>
          <a:prstGeom prst="rect">
            <a:avLst/>
          </a:prstGeom>
          <a:solidFill>
            <a:srgbClr val="374151">
              <a:alpha val="1826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0" name="T8227"/>
          <p:cNvSpPr/>
          <p:nvPr/>
        </p:nvSpPr>
        <p:spPr>
          <a:xfrm>
            <a:off x="676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2.6M</a:t>
            </a:r>
            <a:endParaRPr lang="zh-CN" sz="570" dirty="0"/>
          </a:p>
        </p:txBody>
      </p:sp>
      <p:sp>
        <p:nvSpPr>
          <p:cNvPr id="571" name="T8228"/>
          <p:cNvSpPr/>
          <p:nvPr/>
        </p:nvSpPr>
        <p:spPr>
          <a:xfrm>
            <a:off x="676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572" name="R8229"/>
          <p:cNvSpPr/>
          <p:nvPr/>
        </p:nvSpPr>
        <p:spPr>
          <a:xfrm>
            <a:off x="7156941" y="2812134"/>
            <a:ext cx="390000" cy="290000"/>
          </a:xfrm>
          <a:prstGeom prst="rect">
            <a:avLst/>
          </a:prstGeom>
          <a:solidFill>
            <a:srgbClr val="374151">
              <a:alpha val="2768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3" name="T8230"/>
          <p:cNvSpPr/>
          <p:nvPr/>
        </p:nvSpPr>
        <p:spPr>
          <a:xfrm>
            <a:off x="715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10.2M</a:t>
            </a:r>
            <a:endParaRPr lang="zh-CN" sz="570" dirty="0"/>
          </a:p>
        </p:txBody>
      </p:sp>
      <p:sp>
        <p:nvSpPr>
          <p:cNvPr id="574" name="T8231"/>
          <p:cNvSpPr/>
          <p:nvPr/>
        </p:nvSpPr>
        <p:spPr>
          <a:xfrm>
            <a:off x="715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575" name="R8232"/>
          <p:cNvSpPr/>
          <p:nvPr/>
        </p:nvSpPr>
        <p:spPr>
          <a:xfrm>
            <a:off x="7546941" y="2812134"/>
            <a:ext cx="390000" cy="290000"/>
          </a:xfrm>
          <a:prstGeom prst="rect">
            <a:avLst/>
          </a:prstGeom>
          <a:solidFill>
            <a:srgbClr val="374151">
              <a:alpha val="3315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6" name="T8233"/>
          <p:cNvSpPr/>
          <p:nvPr/>
        </p:nvSpPr>
        <p:spPr>
          <a:xfrm>
            <a:off x="754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14.7M</a:t>
            </a:r>
            <a:endParaRPr lang="zh-CN" sz="570" dirty="0"/>
          </a:p>
        </p:txBody>
      </p:sp>
      <p:sp>
        <p:nvSpPr>
          <p:cNvPr id="577" name="T8234"/>
          <p:cNvSpPr/>
          <p:nvPr/>
        </p:nvSpPr>
        <p:spPr>
          <a:xfrm>
            <a:off x="754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zh-CN" sz="500" dirty="0"/>
          </a:p>
        </p:txBody>
      </p:sp>
      <p:sp>
        <p:nvSpPr>
          <p:cNvPr id="578" name="R8235"/>
          <p:cNvSpPr/>
          <p:nvPr/>
        </p:nvSpPr>
        <p:spPr>
          <a:xfrm>
            <a:off x="7936941" y="2812134"/>
            <a:ext cx="390000" cy="290000"/>
          </a:xfrm>
          <a:prstGeom prst="rect">
            <a:avLst/>
          </a:prstGeom>
          <a:solidFill>
            <a:srgbClr val="374151">
              <a:alpha val="2959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9" name="T8236"/>
          <p:cNvSpPr/>
          <p:nvPr/>
        </p:nvSpPr>
        <p:spPr>
          <a:xfrm>
            <a:off x="793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11.8M</a:t>
            </a:r>
            <a:endParaRPr lang="zh-CN" sz="570" dirty="0"/>
          </a:p>
        </p:txBody>
      </p:sp>
      <p:sp>
        <p:nvSpPr>
          <p:cNvPr id="580" name="T8237"/>
          <p:cNvSpPr/>
          <p:nvPr/>
        </p:nvSpPr>
        <p:spPr>
          <a:xfrm>
            <a:off x="793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38件</a:t>
            </a:r>
            <a:endParaRPr lang="zh-CN" sz="500" dirty="0"/>
          </a:p>
        </p:txBody>
      </p:sp>
      <p:sp>
        <p:nvSpPr>
          <p:cNvPr id="581" name="R8238"/>
          <p:cNvSpPr/>
          <p:nvPr/>
        </p:nvSpPr>
        <p:spPr>
          <a:xfrm>
            <a:off x="8326941" y="2812134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2" name="T8239"/>
          <p:cNvSpPr/>
          <p:nvPr/>
        </p:nvSpPr>
        <p:spPr>
          <a:xfrm>
            <a:off x="832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32.3M</a:t>
            </a:r>
            <a:endParaRPr lang="zh-CN" sz="570" dirty="0"/>
          </a:p>
        </p:txBody>
      </p:sp>
      <p:sp>
        <p:nvSpPr>
          <p:cNvPr id="583" name="T8240"/>
          <p:cNvSpPr/>
          <p:nvPr/>
        </p:nvSpPr>
        <p:spPr>
          <a:xfrm>
            <a:off x="832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zh-CN" sz="500" dirty="0"/>
          </a:p>
        </p:txBody>
      </p:sp>
      <p:sp>
        <p:nvSpPr>
          <p:cNvPr id="584" name="R8241"/>
          <p:cNvSpPr/>
          <p:nvPr/>
        </p:nvSpPr>
        <p:spPr>
          <a:xfrm>
            <a:off x="8716941" y="2812134"/>
            <a:ext cx="390000" cy="290000"/>
          </a:xfrm>
          <a:prstGeom prst="rect">
            <a:avLst/>
          </a:prstGeom>
          <a:solidFill>
            <a:srgbClr val="374151">
              <a:alpha val="3289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5" name="T8242"/>
          <p:cNvSpPr/>
          <p:nvPr/>
        </p:nvSpPr>
        <p:spPr>
          <a:xfrm>
            <a:off x="871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14.4M</a:t>
            </a:r>
            <a:endParaRPr lang="zh-CN" sz="570" dirty="0"/>
          </a:p>
        </p:txBody>
      </p:sp>
      <p:sp>
        <p:nvSpPr>
          <p:cNvPr id="586" name="T8243"/>
          <p:cNvSpPr/>
          <p:nvPr/>
        </p:nvSpPr>
        <p:spPr>
          <a:xfrm>
            <a:off x="871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587" name="R8244"/>
          <p:cNvSpPr/>
          <p:nvPr/>
        </p:nvSpPr>
        <p:spPr>
          <a:xfrm>
            <a:off x="9106941" y="2812134"/>
            <a:ext cx="390000" cy="290000"/>
          </a:xfrm>
          <a:prstGeom prst="rect">
            <a:avLst/>
          </a:prstGeom>
          <a:solidFill>
            <a:srgbClr val="374151">
              <a:alpha val="2112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8" name="T8245"/>
          <p:cNvSpPr/>
          <p:nvPr/>
        </p:nvSpPr>
        <p:spPr>
          <a:xfrm>
            <a:off x="910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4.9M</a:t>
            </a:r>
            <a:endParaRPr lang="zh-CN" sz="570" dirty="0"/>
          </a:p>
        </p:txBody>
      </p:sp>
      <p:sp>
        <p:nvSpPr>
          <p:cNvPr id="589" name="T8246"/>
          <p:cNvSpPr/>
          <p:nvPr/>
        </p:nvSpPr>
        <p:spPr>
          <a:xfrm>
            <a:off x="910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12件</a:t>
            </a:r>
            <a:endParaRPr lang="zh-CN" sz="500" dirty="0"/>
          </a:p>
        </p:txBody>
      </p:sp>
      <p:sp>
        <p:nvSpPr>
          <p:cNvPr id="590" name="R8247"/>
          <p:cNvSpPr/>
          <p:nvPr/>
        </p:nvSpPr>
        <p:spPr>
          <a:xfrm>
            <a:off x="9496941" y="2812134"/>
            <a:ext cx="390000" cy="290000"/>
          </a:xfrm>
          <a:prstGeom prst="rect">
            <a:avLst/>
          </a:prstGeom>
          <a:solidFill>
            <a:srgbClr val="374151">
              <a:alpha val="2467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91" name="T8248"/>
          <p:cNvSpPr/>
          <p:nvPr/>
        </p:nvSpPr>
        <p:spPr>
          <a:xfrm>
            <a:off x="949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7.8M</a:t>
            </a:r>
            <a:endParaRPr lang="zh-CN" sz="570" dirty="0"/>
          </a:p>
        </p:txBody>
      </p:sp>
      <p:sp>
        <p:nvSpPr>
          <p:cNvPr id="592" name="T8249"/>
          <p:cNvSpPr/>
          <p:nvPr/>
        </p:nvSpPr>
        <p:spPr>
          <a:xfrm>
            <a:off x="949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</a:t>
            </a:r>
            <a:endParaRPr lang="zh-CN" sz="500" dirty="0"/>
          </a:p>
        </p:txBody>
      </p:sp>
      <p:sp>
        <p:nvSpPr>
          <p:cNvPr id="593" name="R8250"/>
          <p:cNvSpPr/>
          <p:nvPr/>
        </p:nvSpPr>
        <p:spPr>
          <a:xfrm>
            <a:off x="9886941" y="2812134"/>
            <a:ext cx="390000" cy="290000"/>
          </a:xfrm>
          <a:prstGeom prst="rect">
            <a:avLst/>
          </a:prstGeom>
          <a:solidFill>
            <a:srgbClr val="374151">
              <a:alpha val="2089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94" name="T8251"/>
          <p:cNvSpPr/>
          <p:nvPr/>
        </p:nvSpPr>
        <p:spPr>
          <a:xfrm>
            <a:off x="988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595" name="T8252"/>
          <p:cNvSpPr/>
          <p:nvPr/>
        </p:nvSpPr>
        <p:spPr>
          <a:xfrm>
            <a:off x="988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15件</a:t>
            </a:r>
            <a:endParaRPr lang="zh-CN" sz="500" dirty="0"/>
          </a:p>
        </p:txBody>
      </p:sp>
      <p:sp>
        <p:nvSpPr>
          <p:cNvPr id="596" name="R8253"/>
          <p:cNvSpPr/>
          <p:nvPr/>
        </p:nvSpPr>
        <p:spPr>
          <a:xfrm>
            <a:off x="10276941" y="2812134"/>
            <a:ext cx="390000" cy="290000"/>
          </a:xfrm>
          <a:prstGeom prst="rect">
            <a:avLst/>
          </a:prstGeom>
          <a:solidFill>
            <a:srgbClr val="374151">
              <a:alpha val="2912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97" name="T8254"/>
          <p:cNvSpPr/>
          <p:nvPr/>
        </p:nvSpPr>
        <p:spPr>
          <a:xfrm>
            <a:off x="1027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11.4M</a:t>
            </a:r>
            <a:endParaRPr lang="zh-CN" sz="570" dirty="0"/>
          </a:p>
        </p:txBody>
      </p:sp>
      <p:sp>
        <p:nvSpPr>
          <p:cNvPr id="598" name="T8255"/>
          <p:cNvSpPr/>
          <p:nvPr/>
        </p:nvSpPr>
        <p:spPr>
          <a:xfrm>
            <a:off x="1027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32件</a:t>
            </a:r>
            <a:endParaRPr lang="zh-CN" sz="500" dirty="0"/>
          </a:p>
        </p:txBody>
      </p:sp>
      <p:sp>
        <p:nvSpPr>
          <p:cNvPr id="599" name="R8256"/>
          <p:cNvSpPr/>
          <p:nvPr/>
        </p:nvSpPr>
        <p:spPr>
          <a:xfrm>
            <a:off x="10666941" y="2812134"/>
            <a:ext cx="390000" cy="290000"/>
          </a:xfrm>
          <a:prstGeom prst="rect">
            <a:avLst/>
          </a:prstGeom>
          <a:solidFill>
            <a:srgbClr val="374151">
              <a:alpha val="4152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00" name="T8257"/>
          <p:cNvSpPr/>
          <p:nvPr/>
        </p:nvSpPr>
        <p:spPr>
          <a:xfrm>
            <a:off x="1066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20.6M</a:t>
            </a:r>
            <a:endParaRPr lang="zh-CN" sz="570" dirty="0"/>
          </a:p>
        </p:txBody>
      </p:sp>
      <p:sp>
        <p:nvSpPr>
          <p:cNvPr id="601" name="T8258"/>
          <p:cNvSpPr/>
          <p:nvPr/>
        </p:nvSpPr>
        <p:spPr>
          <a:xfrm>
            <a:off x="1066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48件</a:t>
            </a:r>
            <a:endParaRPr lang="zh-CN" sz="500" dirty="0"/>
          </a:p>
        </p:txBody>
      </p:sp>
      <p:sp>
        <p:nvSpPr>
          <p:cNvPr id="602" name="R8259"/>
          <p:cNvSpPr/>
          <p:nvPr/>
        </p:nvSpPr>
        <p:spPr>
          <a:xfrm>
            <a:off x="11056941" y="2812134"/>
            <a:ext cx="390000" cy="290000"/>
          </a:xfrm>
          <a:prstGeom prst="rect">
            <a:avLst/>
          </a:prstGeom>
          <a:solidFill>
            <a:srgbClr val="374151">
              <a:alpha val="4380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03" name="T8260"/>
          <p:cNvSpPr/>
          <p:nvPr/>
        </p:nvSpPr>
        <p:spPr>
          <a:xfrm>
            <a:off x="1105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28.2M</a:t>
            </a:r>
            <a:endParaRPr lang="zh-CN" sz="570" dirty="0"/>
          </a:p>
        </p:txBody>
      </p:sp>
      <p:sp>
        <p:nvSpPr>
          <p:cNvPr id="604" name="T8261"/>
          <p:cNvSpPr/>
          <p:nvPr/>
        </p:nvSpPr>
        <p:spPr>
          <a:xfrm>
            <a:off x="1105694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67件</a:t>
            </a:r>
            <a:endParaRPr lang="zh-CN" sz="500" dirty="0"/>
          </a:p>
        </p:txBody>
      </p:sp>
      <p:sp>
        <p:nvSpPr>
          <p:cNvPr id="605" name="R8262"/>
          <p:cNvSpPr/>
          <p:nvPr/>
        </p:nvSpPr>
        <p:spPr>
          <a:xfrm>
            <a:off x="11446941" y="2812134"/>
            <a:ext cx="390000" cy="290000"/>
          </a:xfrm>
          <a:prstGeom prst="rect">
            <a:avLst/>
          </a:prstGeom>
          <a:solidFill>
            <a:srgbClr val="B6BBC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06" name="T8263"/>
          <p:cNvSpPr/>
          <p:nvPr/>
        </p:nvSpPr>
        <p:spPr>
          <a:xfrm>
            <a:off x="1144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17.5M</a:t>
            </a:r>
            <a:endParaRPr lang="zh-CN" sz="570" dirty="0"/>
          </a:p>
        </p:txBody>
      </p:sp>
      <p:sp>
        <p:nvSpPr>
          <p:cNvPr id="607" name="T8264"/>
          <p:cNvSpPr/>
          <p:nvPr/>
        </p:nvSpPr>
        <p:spPr>
          <a:xfrm>
            <a:off x="1145837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40件</a:t>
            </a:r>
            <a:endParaRPr lang="zh-CN" sz="500" dirty="0"/>
          </a:p>
        </p:txBody>
      </p:sp>
      <p:sp>
        <p:nvSpPr>
          <p:cNvPr id="608" name="R8182"/>
          <p:cNvSpPr/>
          <p:nvPr/>
        </p:nvSpPr>
        <p:spPr>
          <a:xfrm>
            <a:off x="11447136" y="2522329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09" name="T6000"/>
          <p:cNvSpPr/>
          <p:nvPr/>
        </p:nvSpPr>
        <p:spPr>
          <a:xfrm>
            <a:off x="6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610" name="T6001"/>
          <p:cNvSpPr/>
          <p:nvPr/>
        </p:nvSpPr>
        <p:spPr>
          <a:xfrm>
            <a:off x="104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611" name="T6002"/>
          <p:cNvSpPr/>
          <p:nvPr/>
        </p:nvSpPr>
        <p:spPr>
          <a:xfrm>
            <a:off x="14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612" name="T6003"/>
          <p:cNvSpPr/>
          <p:nvPr/>
        </p:nvSpPr>
        <p:spPr>
          <a:xfrm>
            <a:off x="18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613" name="T6004"/>
          <p:cNvSpPr/>
          <p:nvPr/>
        </p:nvSpPr>
        <p:spPr>
          <a:xfrm>
            <a:off x="221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W05</a:t>
            </a:r>
            <a:endParaRPr lang="zh-CN" sz="600" dirty="0"/>
          </a:p>
        </p:txBody>
      </p:sp>
      <p:sp>
        <p:nvSpPr>
          <p:cNvPr id="614" name="T6005"/>
          <p:cNvSpPr/>
          <p:nvPr/>
        </p:nvSpPr>
        <p:spPr>
          <a:xfrm>
            <a:off x="260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W06</a:t>
            </a:r>
            <a:endParaRPr lang="zh-CN" sz="600" dirty="0"/>
          </a:p>
        </p:txBody>
      </p:sp>
      <p:sp>
        <p:nvSpPr>
          <p:cNvPr id="615" name="T6006"/>
          <p:cNvSpPr/>
          <p:nvPr/>
        </p:nvSpPr>
        <p:spPr>
          <a:xfrm>
            <a:off x="299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W07</a:t>
            </a:r>
            <a:endParaRPr lang="zh-CN" sz="600" dirty="0"/>
          </a:p>
        </p:txBody>
      </p:sp>
      <p:sp>
        <p:nvSpPr>
          <p:cNvPr id="616" name="T6007"/>
          <p:cNvSpPr/>
          <p:nvPr/>
        </p:nvSpPr>
        <p:spPr>
          <a:xfrm>
            <a:off x="338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W08</a:t>
            </a:r>
            <a:endParaRPr lang="zh-CN" sz="600" dirty="0"/>
          </a:p>
        </p:txBody>
      </p:sp>
      <p:sp>
        <p:nvSpPr>
          <p:cNvPr id="617" name="T6008"/>
          <p:cNvSpPr/>
          <p:nvPr/>
        </p:nvSpPr>
        <p:spPr>
          <a:xfrm>
            <a:off x="377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W09</a:t>
            </a:r>
            <a:endParaRPr lang="zh-CN" sz="600" dirty="0"/>
          </a:p>
        </p:txBody>
      </p:sp>
      <p:sp>
        <p:nvSpPr>
          <p:cNvPr id="618" name="T6009"/>
          <p:cNvSpPr/>
          <p:nvPr/>
        </p:nvSpPr>
        <p:spPr>
          <a:xfrm>
            <a:off x="416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W10</a:t>
            </a:r>
            <a:endParaRPr lang="zh-CN" sz="600" dirty="0"/>
          </a:p>
        </p:txBody>
      </p:sp>
      <p:sp>
        <p:nvSpPr>
          <p:cNvPr id="619" name="T6010"/>
          <p:cNvSpPr/>
          <p:nvPr/>
        </p:nvSpPr>
        <p:spPr>
          <a:xfrm>
            <a:off x="45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W11</a:t>
            </a:r>
            <a:endParaRPr lang="zh-CN" sz="600" dirty="0"/>
          </a:p>
        </p:txBody>
      </p:sp>
      <p:sp>
        <p:nvSpPr>
          <p:cNvPr id="620" name="T6011"/>
          <p:cNvSpPr/>
          <p:nvPr/>
        </p:nvSpPr>
        <p:spPr>
          <a:xfrm>
            <a:off x="494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W12</a:t>
            </a:r>
            <a:endParaRPr lang="zh-CN" sz="600" dirty="0"/>
          </a:p>
        </p:txBody>
      </p:sp>
      <p:sp>
        <p:nvSpPr>
          <p:cNvPr id="621" name="T6012"/>
          <p:cNvSpPr/>
          <p:nvPr/>
        </p:nvSpPr>
        <p:spPr>
          <a:xfrm>
            <a:off x="53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622" name="T6013"/>
          <p:cNvSpPr/>
          <p:nvPr/>
        </p:nvSpPr>
        <p:spPr>
          <a:xfrm>
            <a:off x="182880" y="415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680" dirty="0"/>
          </a:p>
        </p:txBody>
      </p:sp>
      <p:sp>
        <p:nvSpPr>
          <p:cNvPr id="623" name="R6014"/>
          <p:cNvSpPr/>
          <p:nvPr/>
        </p:nvSpPr>
        <p:spPr>
          <a:xfrm>
            <a:off x="659384" y="4151376"/>
            <a:ext cx="390000" cy="290000"/>
          </a:xfrm>
          <a:prstGeom prst="rect">
            <a:avLst/>
          </a:prstGeom>
          <a:solidFill>
            <a:srgbClr val="1F3864">
              <a:alpha val="1770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4" name="T6015"/>
          <p:cNvSpPr/>
          <p:nvPr/>
        </p:nvSpPr>
        <p:spPr>
          <a:xfrm>
            <a:off x="6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25" name="T6016"/>
          <p:cNvSpPr/>
          <p:nvPr/>
        </p:nvSpPr>
        <p:spPr>
          <a:xfrm>
            <a:off x="65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626" name="R6017"/>
          <p:cNvSpPr/>
          <p:nvPr/>
        </p:nvSpPr>
        <p:spPr>
          <a:xfrm>
            <a:off x="1049384" y="4151376"/>
            <a:ext cx="390000" cy="290000"/>
          </a:xfrm>
          <a:prstGeom prst="rect">
            <a:avLst/>
          </a:prstGeom>
          <a:solidFill>
            <a:srgbClr val="1F3864">
              <a:alpha val="1966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7" name="T6018"/>
          <p:cNvSpPr/>
          <p:nvPr/>
        </p:nvSpPr>
        <p:spPr>
          <a:xfrm>
            <a:off x="10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3.4M</a:t>
            </a:r>
            <a:endParaRPr lang="zh-CN" sz="570" dirty="0"/>
          </a:p>
        </p:txBody>
      </p:sp>
      <p:sp>
        <p:nvSpPr>
          <p:cNvPr id="628" name="T6019"/>
          <p:cNvSpPr/>
          <p:nvPr/>
        </p:nvSpPr>
        <p:spPr>
          <a:xfrm>
            <a:off x="104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29" name="R6020"/>
          <p:cNvSpPr/>
          <p:nvPr/>
        </p:nvSpPr>
        <p:spPr>
          <a:xfrm>
            <a:off x="1439384" y="4151376"/>
            <a:ext cx="390000" cy="290000"/>
          </a:xfrm>
          <a:prstGeom prst="rect">
            <a:avLst/>
          </a:prstGeom>
          <a:solidFill>
            <a:srgbClr val="1F3864">
              <a:alpha val="261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0" name="T6021"/>
          <p:cNvSpPr/>
          <p:nvPr/>
        </p:nvSpPr>
        <p:spPr>
          <a:xfrm>
            <a:off x="143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8.0M</a:t>
            </a:r>
            <a:endParaRPr lang="zh-CN" sz="570" dirty="0"/>
          </a:p>
        </p:txBody>
      </p:sp>
      <p:sp>
        <p:nvSpPr>
          <p:cNvPr id="631" name="T6022"/>
          <p:cNvSpPr/>
          <p:nvPr/>
        </p:nvSpPr>
        <p:spPr>
          <a:xfrm>
            <a:off x="143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632" name="R6023"/>
          <p:cNvSpPr/>
          <p:nvPr/>
        </p:nvSpPr>
        <p:spPr>
          <a:xfrm>
            <a:off x="1829384" y="4151376"/>
            <a:ext cx="390000" cy="290000"/>
          </a:xfrm>
          <a:prstGeom prst="rect">
            <a:avLst/>
          </a:prstGeom>
          <a:solidFill>
            <a:srgbClr val="1F3864">
              <a:alpha val="1748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3" name="T6024"/>
          <p:cNvSpPr/>
          <p:nvPr/>
        </p:nvSpPr>
        <p:spPr>
          <a:xfrm>
            <a:off x="182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634" name="T6025"/>
          <p:cNvSpPr/>
          <p:nvPr/>
        </p:nvSpPr>
        <p:spPr>
          <a:xfrm>
            <a:off x="182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35" name="R6026"/>
          <p:cNvSpPr/>
          <p:nvPr/>
        </p:nvSpPr>
        <p:spPr>
          <a:xfrm>
            <a:off x="2219384" y="4151376"/>
            <a:ext cx="390000" cy="290000"/>
          </a:xfrm>
          <a:prstGeom prst="rect">
            <a:avLst/>
          </a:prstGeom>
          <a:solidFill>
            <a:srgbClr val="1F3864">
              <a:alpha val="3879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6" name="T6027"/>
          <p:cNvSpPr/>
          <p:nvPr/>
        </p:nvSpPr>
        <p:spPr>
          <a:xfrm>
            <a:off x="221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17.2M</a:t>
            </a:r>
            <a:endParaRPr lang="zh-CN" sz="570" dirty="0"/>
          </a:p>
        </p:txBody>
      </p:sp>
      <p:sp>
        <p:nvSpPr>
          <p:cNvPr id="637" name="T6028"/>
          <p:cNvSpPr/>
          <p:nvPr/>
        </p:nvSpPr>
        <p:spPr>
          <a:xfrm>
            <a:off x="221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638" name="R6029"/>
          <p:cNvSpPr/>
          <p:nvPr/>
        </p:nvSpPr>
        <p:spPr>
          <a:xfrm>
            <a:off x="2609384" y="4151376"/>
            <a:ext cx="390000" cy="290000"/>
          </a:xfrm>
          <a:prstGeom prst="rect">
            <a:avLst/>
          </a:prstGeom>
          <a:solidFill>
            <a:srgbClr val="1F3864">
              <a:alpha val="5375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9" name="T6030"/>
          <p:cNvSpPr/>
          <p:nvPr/>
        </p:nvSpPr>
        <p:spPr>
          <a:xfrm>
            <a:off x="260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27.9M</a:t>
            </a:r>
            <a:endParaRPr lang="zh-CN" sz="570" dirty="0"/>
          </a:p>
        </p:txBody>
      </p:sp>
      <p:sp>
        <p:nvSpPr>
          <p:cNvPr id="640" name="T6031"/>
          <p:cNvSpPr/>
          <p:nvPr/>
        </p:nvSpPr>
        <p:spPr>
          <a:xfrm>
            <a:off x="260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</a:t>
            </a:r>
            <a:endParaRPr lang="zh-CN" sz="500" dirty="0"/>
          </a:p>
        </p:txBody>
      </p:sp>
      <p:sp>
        <p:nvSpPr>
          <p:cNvPr id="641" name="R6032"/>
          <p:cNvSpPr/>
          <p:nvPr/>
        </p:nvSpPr>
        <p:spPr>
          <a:xfrm>
            <a:off x="2999384" y="4151376"/>
            <a:ext cx="390000" cy="290000"/>
          </a:xfrm>
          <a:prstGeom prst="rect">
            <a:avLst/>
          </a:prstGeom>
          <a:solidFill>
            <a:srgbClr val="1F3864">
              <a:alpha val="1770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42" name="T6033"/>
          <p:cNvSpPr/>
          <p:nvPr/>
        </p:nvSpPr>
        <p:spPr>
          <a:xfrm>
            <a:off x="299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43" name="T6034"/>
          <p:cNvSpPr/>
          <p:nvPr/>
        </p:nvSpPr>
        <p:spPr>
          <a:xfrm>
            <a:off x="299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644" name="R6035"/>
          <p:cNvSpPr/>
          <p:nvPr/>
        </p:nvSpPr>
        <p:spPr>
          <a:xfrm>
            <a:off x="3389384" y="4151376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45" name="T6036"/>
          <p:cNvSpPr/>
          <p:nvPr/>
        </p:nvSpPr>
        <p:spPr>
          <a:xfrm>
            <a:off x="338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46.9M</a:t>
            </a:r>
            <a:endParaRPr lang="zh-CN" sz="570" dirty="0"/>
          </a:p>
        </p:txBody>
      </p:sp>
      <p:sp>
        <p:nvSpPr>
          <p:cNvPr id="646" name="T6037"/>
          <p:cNvSpPr/>
          <p:nvPr/>
        </p:nvSpPr>
        <p:spPr>
          <a:xfrm>
            <a:off x="338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30件</a:t>
            </a:r>
            <a:endParaRPr lang="zh-CN" sz="500" dirty="0"/>
          </a:p>
        </p:txBody>
      </p:sp>
      <p:sp>
        <p:nvSpPr>
          <p:cNvPr id="647" name="R6038"/>
          <p:cNvSpPr/>
          <p:nvPr/>
        </p:nvSpPr>
        <p:spPr>
          <a:xfrm>
            <a:off x="3779384" y="4151376"/>
            <a:ext cx="390000" cy="290000"/>
          </a:xfrm>
          <a:prstGeom prst="rect">
            <a:avLst/>
          </a:prstGeom>
          <a:solidFill>
            <a:srgbClr val="1F3864">
              <a:alpha val="2944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48" name="T6039"/>
          <p:cNvSpPr/>
          <p:nvPr/>
        </p:nvSpPr>
        <p:spPr>
          <a:xfrm>
            <a:off x="377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10.4M</a:t>
            </a:r>
            <a:endParaRPr lang="zh-CN" sz="570" dirty="0"/>
          </a:p>
        </p:txBody>
      </p:sp>
      <p:sp>
        <p:nvSpPr>
          <p:cNvPr id="649" name="T6040"/>
          <p:cNvSpPr/>
          <p:nvPr/>
        </p:nvSpPr>
        <p:spPr>
          <a:xfrm>
            <a:off x="377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650" name="R6041"/>
          <p:cNvSpPr/>
          <p:nvPr/>
        </p:nvSpPr>
        <p:spPr>
          <a:xfrm>
            <a:off x="4169384" y="4151376"/>
            <a:ext cx="390000" cy="290000"/>
          </a:xfrm>
          <a:prstGeom prst="rect">
            <a:avLst/>
          </a:prstGeom>
          <a:solidFill>
            <a:srgbClr val="1F3864">
              <a:alpha val="2148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51" name="T6042"/>
          <p:cNvSpPr/>
          <p:nvPr/>
        </p:nvSpPr>
        <p:spPr>
          <a:xfrm>
            <a:off x="416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652" name="T6043"/>
          <p:cNvSpPr/>
          <p:nvPr/>
        </p:nvSpPr>
        <p:spPr>
          <a:xfrm>
            <a:off x="416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653" name="R6044"/>
          <p:cNvSpPr/>
          <p:nvPr/>
        </p:nvSpPr>
        <p:spPr>
          <a:xfrm>
            <a:off x="4559384" y="4151376"/>
            <a:ext cx="390000" cy="290000"/>
          </a:xfrm>
          <a:prstGeom prst="rect">
            <a:avLst/>
          </a:prstGeom>
          <a:solidFill>
            <a:srgbClr val="1F3864">
              <a:alpha val="648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54" name="T6045"/>
          <p:cNvSpPr/>
          <p:nvPr/>
        </p:nvSpPr>
        <p:spPr>
          <a:xfrm>
            <a:off x="45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36.0M</a:t>
            </a:r>
            <a:endParaRPr lang="zh-CN" sz="570" dirty="0"/>
          </a:p>
        </p:txBody>
      </p:sp>
      <p:sp>
        <p:nvSpPr>
          <p:cNvPr id="655" name="T6046"/>
          <p:cNvSpPr/>
          <p:nvPr/>
        </p:nvSpPr>
        <p:spPr>
          <a:xfrm>
            <a:off x="455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56" name="R6047"/>
          <p:cNvSpPr/>
          <p:nvPr/>
        </p:nvSpPr>
        <p:spPr>
          <a:xfrm>
            <a:off x="4949384" y="4151376"/>
            <a:ext cx="390000" cy="290000"/>
          </a:xfrm>
          <a:prstGeom prst="rect">
            <a:avLst/>
          </a:prstGeom>
          <a:solidFill>
            <a:srgbClr val="1F3864">
              <a:alpha val="2311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57" name="T6048"/>
          <p:cNvSpPr/>
          <p:nvPr/>
        </p:nvSpPr>
        <p:spPr>
          <a:xfrm>
            <a:off x="49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658" name="T6049"/>
          <p:cNvSpPr/>
          <p:nvPr/>
        </p:nvSpPr>
        <p:spPr>
          <a:xfrm>
            <a:off x="494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59" name="R6050"/>
          <p:cNvSpPr/>
          <p:nvPr/>
        </p:nvSpPr>
        <p:spPr>
          <a:xfrm>
            <a:off x="5339384" y="4151376"/>
            <a:ext cx="390000" cy="290000"/>
          </a:xfrm>
          <a:prstGeom prst="rect">
            <a:avLst/>
          </a:prstGeom>
          <a:solidFill>
            <a:srgbClr val="D7DCE4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0" name="T6051"/>
          <p:cNvSpPr/>
          <p:nvPr/>
        </p:nvSpPr>
        <p:spPr>
          <a:xfrm>
            <a:off x="5322239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1" name="T6052"/>
          <p:cNvSpPr/>
          <p:nvPr/>
        </p:nvSpPr>
        <p:spPr>
          <a:xfrm>
            <a:off x="533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2" name="T6053"/>
          <p:cNvSpPr/>
          <p:nvPr/>
        </p:nvSpPr>
        <p:spPr>
          <a:xfrm>
            <a:off x="182880" y="444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zh-CN" sz="680" dirty="0"/>
          </a:p>
        </p:txBody>
      </p:sp>
      <p:sp>
        <p:nvSpPr>
          <p:cNvPr id="663" name="R6054"/>
          <p:cNvSpPr/>
          <p:nvPr/>
        </p:nvSpPr>
        <p:spPr>
          <a:xfrm>
            <a:off x="659384" y="4441376"/>
            <a:ext cx="390000" cy="290000"/>
          </a:xfrm>
          <a:prstGeom prst="rect">
            <a:avLst/>
          </a:prstGeom>
          <a:solidFill>
            <a:srgbClr val="1A7A3F">
              <a:alpha val="6272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4" name="T6055"/>
          <p:cNvSpPr/>
          <p:nvPr/>
        </p:nvSpPr>
        <p:spPr>
          <a:xfrm>
            <a:off x="65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10.5M</a:t>
            </a:r>
            <a:endParaRPr lang="zh-CN" sz="570" dirty="0"/>
          </a:p>
        </p:txBody>
      </p:sp>
      <p:sp>
        <p:nvSpPr>
          <p:cNvPr id="665" name="T6056"/>
          <p:cNvSpPr/>
          <p:nvPr/>
        </p:nvSpPr>
        <p:spPr>
          <a:xfrm>
            <a:off x="65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666" name="R6057"/>
          <p:cNvSpPr/>
          <p:nvPr/>
        </p:nvSpPr>
        <p:spPr>
          <a:xfrm>
            <a:off x="1049384" y="4441376"/>
            <a:ext cx="390000" cy="290000"/>
          </a:xfrm>
          <a:prstGeom prst="rect">
            <a:avLst/>
          </a:prstGeom>
          <a:solidFill>
            <a:srgbClr val="1A7A3F">
              <a:alpha val="5823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7" name="T6058"/>
          <p:cNvSpPr/>
          <p:nvPr/>
        </p:nvSpPr>
        <p:spPr>
          <a:xfrm>
            <a:off x="104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9.5M</a:t>
            </a:r>
            <a:endParaRPr lang="zh-CN" sz="570" dirty="0"/>
          </a:p>
        </p:txBody>
      </p:sp>
      <p:sp>
        <p:nvSpPr>
          <p:cNvPr id="668" name="T6059"/>
          <p:cNvSpPr/>
          <p:nvPr/>
        </p:nvSpPr>
        <p:spPr>
          <a:xfrm>
            <a:off x="104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27件</a:t>
            </a:r>
            <a:endParaRPr lang="zh-CN" sz="500" dirty="0"/>
          </a:p>
        </p:txBody>
      </p:sp>
      <p:sp>
        <p:nvSpPr>
          <p:cNvPr id="669" name="R6060"/>
          <p:cNvSpPr/>
          <p:nvPr/>
        </p:nvSpPr>
        <p:spPr>
          <a:xfrm>
            <a:off x="1439384" y="4441376"/>
            <a:ext cx="390000" cy="290000"/>
          </a:xfrm>
          <a:prstGeom prst="rect">
            <a:avLst/>
          </a:prstGeom>
          <a:solidFill>
            <a:srgbClr val="1A7A3F">
              <a:alpha val="6756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70" name="T6061"/>
          <p:cNvSpPr/>
          <p:nvPr/>
        </p:nvSpPr>
        <p:spPr>
          <a:xfrm>
            <a:off x="143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11.6M</a:t>
            </a:r>
            <a:endParaRPr lang="zh-CN" sz="570" dirty="0"/>
          </a:p>
        </p:txBody>
      </p:sp>
      <p:sp>
        <p:nvSpPr>
          <p:cNvPr id="671" name="T6062"/>
          <p:cNvSpPr/>
          <p:nvPr/>
        </p:nvSpPr>
        <p:spPr>
          <a:xfrm>
            <a:off x="143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27件</a:t>
            </a:r>
            <a:endParaRPr lang="zh-CN" sz="500" dirty="0"/>
          </a:p>
        </p:txBody>
      </p:sp>
      <p:sp>
        <p:nvSpPr>
          <p:cNvPr id="672" name="R6063"/>
          <p:cNvSpPr/>
          <p:nvPr/>
        </p:nvSpPr>
        <p:spPr>
          <a:xfrm>
            <a:off x="1829384" y="4441376"/>
            <a:ext cx="390000" cy="290000"/>
          </a:xfrm>
          <a:prstGeom prst="rect">
            <a:avLst/>
          </a:prstGeom>
          <a:solidFill>
            <a:srgbClr val="1A7A3F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73" name="T6064"/>
          <p:cNvSpPr/>
          <p:nvPr/>
        </p:nvSpPr>
        <p:spPr>
          <a:xfrm>
            <a:off x="182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14.3M</a:t>
            </a:r>
            <a:endParaRPr lang="zh-CN" sz="570" dirty="0"/>
          </a:p>
        </p:txBody>
      </p:sp>
      <p:sp>
        <p:nvSpPr>
          <p:cNvPr id="674" name="T6065"/>
          <p:cNvSpPr/>
          <p:nvPr/>
        </p:nvSpPr>
        <p:spPr>
          <a:xfrm>
            <a:off x="182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675" name="R6066"/>
          <p:cNvSpPr/>
          <p:nvPr/>
        </p:nvSpPr>
        <p:spPr>
          <a:xfrm>
            <a:off x="2219384" y="4441376"/>
            <a:ext cx="390000" cy="290000"/>
          </a:xfrm>
          <a:prstGeom prst="rect">
            <a:avLst/>
          </a:prstGeom>
          <a:solidFill>
            <a:srgbClr val="1A7A3F">
              <a:alpha val="4795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76" name="T6067"/>
          <p:cNvSpPr/>
          <p:nvPr/>
        </p:nvSpPr>
        <p:spPr>
          <a:xfrm>
            <a:off x="221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7.3M</a:t>
            </a:r>
            <a:endParaRPr lang="zh-CN" sz="570" dirty="0"/>
          </a:p>
        </p:txBody>
      </p:sp>
      <p:sp>
        <p:nvSpPr>
          <p:cNvPr id="677" name="T6068"/>
          <p:cNvSpPr/>
          <p:nvPr/>
        </p:nvSpPr>
        <p:spPr>
          <a:xfrm>
            <a:off x="221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678" name="R6069"/>
          <p:cNvSpPr/>
          <p:nvPr/>
        </p:nvSpPr>
        <p:spPr>
          <a:xfrm>
            <a:off x="2609384" y="4441376"/>
            <a:ext cx="390000" cy="290000"/>
          </a:xfrm>
          <a:prstGeom prst="rect">
            <a:avLst/>
          </a:prstGeom>
          <a:solidFill>
            <a:srgbClr val="1A7A3F">
              <a:alpha val="3634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79" name="T6070"/>
          <p:cNvSpPr/>
          <p:nvPr/>
        </p:nvSpPr>
        <p:spPr>
          <a:xfrm>
            <a:off x="260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680" name="T6071"/>
          <p:cNvSpPr/>
          <p:nvPr/>
        </p:nvSpPr>
        <p:spPr>
          <a:xfrm>
            <a:off x="260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17件</a:t>
            </a:r>
            <a:endParaRPr lang="zh-CN" sz="500" dirty="0"/>
          </a:p>
        </p:txBody>
      </p:sp>
      <p:sp>
        <p:nvSpPr>
          <p:cNvPr id="681" name="R6072"/>
          <p:cNvSpPr/>
          <p:nvPr/>
        </p:nvSpPr>
        <p:spPr>
          <a:xfrm>
            <a:off x="2999384" y="4441376"/>
            <a:ext cx="390000" cy="290000"/>
          </a:xfrm>
          <a:prstGeom prst="rect">
            <a:avLst/>
          </a:prstGeom>
          <a:solidFill>
            <a:srgbClr val="1A7A3F">
              <a:alpha val="2382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82" name="T6073"/>
          <p:cNvSpPr/>
          <p:nvPr/>
        </p:nvSpPr>
        <p:spPr>
          <a:xfrm>
            <a:off x="299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83" name="T6074"/>
          <p:cNvSpPr/>
          <p:nvPr/>
        </p:nvSpPr>
        <p:spPr>
          <a:xfrm>
            <a:off x="299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684" name="R6075"/>
          <p:cNvSpPr/>
          <p:nvPr/>
        </p:nvSpPr>
        <p:spPr>
          <a:xfrm>
            <a:off x="3389384" y="4441376"/>
            <a:ext cx="390000" cy="290000"/>
          </a:xfrm>
          <a:prstGeom prst="rect">
            <a:avLst/>
          </a:prstGeom>
          <a:solidFill>
            <a:srgbClr val="1A7A3F">
              <a:alpha val="4403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85" name="T6076"/>
          <p:cNvSpPr/>
          <p:nvPr/>
        </p:nvSpPr>
        <p:spPr>
          <a:xfrm>
            <a:off x="338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6.4M</a:t>
            </a:r>
            <a:endParaRPr lang="zh-CN" sz="570" dirty="0"/>
          </a:p>
        </p:txBody>
      </p:sp>
      <p:sp>
        <p:nvSpPr>
          <p:cNvPr id="686" name="T6077"/>
          <p:cNvSpPr/>
          <p:nvPr/>
        </p:nvSpPr>
        <p:spPr>
          <a:xfrm>
            <a:off x="338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87" name="R6078"/>
          <p:cNvSpPr/>
          <p:nvPr/>
        </p:nvSpPr>
        <p:spPr>
          <a:xfrm>
            <a:off x="3779384" y="4441376"/>
            <a:ext cx="390000" cy="290000"/>
          </a:xfrm>
          <a:prstGeom prst="rect">
            <a:avLst/>
          </a:prstGeom>
          <a:solidFill>
            <a:srgbClr val="1A7A3F">
              <a:alpha val="2735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88" name="T6079"/>
          <p:cNvSpPr/>
          <p:nvPr/>
        </p:nvSpPr>
        <p:spPr>
          <a:xfrm>
            <a:off x="377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2.7M</a:t>
            </a:r>
            <a:endParaRPr lang="zh-CN" sz="570" dirty="0"/>
          </a:p>
        </p:txBody>
      </p:sp>
      <p:sp>
        <p:nvSpPr>
          <p:cNvPr id="689" name="T6080"/>
          <p:cNvSpPr/>
          <p:nvPr/>
        </p:nvSpPr>
        <p:spPr>
          <a:xfrm>
            <a:off x="377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690" name="R6081"/>
          <p:cNvSpPr/>
          <p:nvPr/>
        </p:nvSpPr>
        <p:spPr>
          <a:xfrm>
            <a:off x="4169384" y="4441376"/>
            <a:ext cx="390000" cy="290000"/>
          </a:xfrm>
          <a:prstGeom prst="rect">
            <a:avLst/>
          </a:prstGeom>
          <a:solidFill>
            <a:srgbClr val="1A7A3F">
              <a:alpha val="3506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1" name="T6082"/>
          <p:cNvSpPr/>
          <p:nvPr/>
        </p:nvSpPr>
        <p:spPr>
          <a:xfrm>
            <a:off x="416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4.4M</a:t>
            </a:r>
            <a:endParaRPr lang="zh-CN" sz="570" dirty="0"/>
          </a:p>
        </p:txBody>
      </p:sp>
      <p:sp>
        <p:nvSpPr>
          <p:cNvPr id="692" name="T6083"/>
          <p:cNvSpPr/>
          <p:nvPr/>
        </p:nvSpPr>
        <p:spPr>
          <a:xfrm>
            <a:off x="416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</a:t>
            </a:r>
            <a:endParaRPr lang="zh-CN" sz="500" dirty="0"/>
          </a:p>
        </p:txBody>
      </p:sp>
      <p:sp>
        <p:nvSpPr>
          <p:cNvPr id="693" name="R6084"/>
          <p:cNvSpPr/>
          <p:nvPr/>
        </p:nvSpPr>
        <p:spPr>
          <a:xfrm>
            <a:off x="4559384" y="4441376"/>
            <a:ext cx="390000" cy="290000"/>
          </a:xfrm>
          <a:prstGeom prst="rect">
            <a:avLst/>
          </a:prstGeom>
          <a:solidFill>
            <a:srgbClr val="1A7A3F">
              <a:alpha val="2791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4" name="T6085"/>
          <p:cNvSpPr/>
          <p:nvPr/>
        </p:nvSpPr>
        <p:spPr>
          <a:xfrm>
            <a:off x="455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zh-CN" sz="570" dirty="0"/>
          </a:p>
        </p:txBody>
      </p:sp>
      <p:sp>
        <p:nvSpPr>
          <p:cNvPr id="695" name="T6086"/>
          <p:cNvSpPr/>
          <p:nvPr/>
        </p:nvSpPr>
        <p:spPr>
          <a:xfrm>
            <a:off x="455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9件</a:t>
            </a:r>
            <a:endParaRPr lang="zh-CN" sz="500" dirty="0"/>
          </a:p>
        </p:txBody>
      </p:sp>
      <p:sp>
        <p:nvSpPr>
          <p:cNvPr id="696" name="R6087"/>
          <p:cNvSpPr/>
          <p:nvPr/>
        </p:nvSpPr>
        <p:spPr>
          <a:xfrm>
            <a:off x="4949384" y="4441376"/>
            <a:ext cx="390000" cy="290000"/>
          </a:xfrm>
          <a:prstGeom prst="rect">
            <a:avLst/>
          </a:prstGeom>
          <a:solidFill>
            <a:srgbClr val="1A7A3F">
              <a:alpha val="1706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7" name="T6088"/>
          <p:cNvSpPr/>
          <p:nvPr/>
        </p:nvSpPr>
        <p:spPr>
          <a:xfrm>
            <a:off x="4949384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dirty="0"/>
          </a:p>
        </p:txBody>
      </p:sp>
      <p:sp>
        <p:nvSpPr>
          <p:cNvPr id="698" name="T6089"/>
          <p:cNvSpPr/>
          <p:nvPr/>
        </p:nvSpPr>
        <p:spPr>
          <a:xfrm>
            <a:off x="494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699" name="R6090"/>
          <p:cNvSpPr/>
          <p:nvPr/>
        </p:nvSpPr>
        <p:spPr>
          <a:xfrm>
            <a:off x="5339384" y="4441376"/>
            <a:ext cx="390000" cy="290000"/>
          </a:xfrm>
          <a:prstGeom prst="rect">
            <a:avLst/>
          </a:prstGeom>
          <a:solidFill>
            <a:srgbClr val="83B79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34" name="T6091"/>
          <p:cNvSpPr/>
          <p:nvPr/>
        </p:nvSpPr>
        <p:spPr>
          <a:xfrm>
            <a:off x="534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735" name="T6092"/>
          <p:cNvSpPr/>
          <p:nvPr/>
        </p:nvSpPr>
        <p:spPr>
          <a:xfrm>
            <a:off x="533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736" name="T6093"/>
          <p:cNvSpPr/>
          <p:nvPr/>
        </p:nvSpPr>
        <p:spPr>
          <a:xfrm>
            <a:off x="182880" y="473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zh-CN" sz="680" dirty="0"/>
          </a:p>
        </p:txBody>
      </p:sp>
      <p:sp>
        <p:nvSpPr>
          <p:cNvPr id="737" name="R6094"/>
          <p:cNvSpPr/>
          <p:nvPr/>
        </p:nvSpPr>
        <p:spPr>
          <a:xfrm>
            <a:off x="659384" y="4731376"/>
            <a:ext cx="390000" cy="290000"/>
          </a:xfrm>
          <a:prstGeom prst="rect">
            <a:avLst/>
          </a:prstGeom>
          <a:solidFill>
            <a:srgbClr val="E67E22">
              <a:alpha val="2160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38" name="T6095"/>
          <p:cNvSpPr/>
          <p:nvPr/>
        </p:nvSpPr>
        <p:spPr>
          <a:xfrm>
            <a:off x="65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3.1M</a:t>
            </a:r>
            <a:endParaRPr lang="zh-CN" sz="570" dirty="0"/>
          </a:p>
        </p:txBody>
      </p:sp>
      <p:sp>
        <p:nvSpPr>
          <p:cNvPr id="739" name="T6096"/>
          <p:cNvSpPr/>
          <p:nvPr/>
        </p:nvSpPr>
        <p:spPr>
          <a:xfrm>
            <a:off x="65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740" name="R6097"/>
          <p:cNvSpPr/>
          <p:nvPr/>
        </p:nvSpPr>
        <p:spPr>
          <a:xfrm>
            <a:off x="1049384" y="4731376"/>
            <a:ext cx="390000" cy="290000"/>
          </a:xfrm>
          <a:prstGeom prst="rect">
            <a:avLst/>
          </a:prstGeom>
          <a:solidFill>
            <a:srgbClr val="E67E22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1" name="T6098"/>
          <p:cNvSpPr/>
          <p:nvPr/>
        </p:nvSpPr>
        <p:spPr>
          <a:xfrm>
            <a:off x="104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30.9M</a:t>
            </a:r>
            <a:endParaRPr lang="zh-CN" sz="570" dirty="0"/>
          </a:p>
        </p:txBody>
      </p:sp>
      <p:sp>
        <p:nvSpPr>
          <p:cNvPr id="742" name="T6099"/>
          <p:cNvSpPr/>
          <p:nvPr/>
        </p:nvSpPr>
        <p:spPr>
          <a:xfrm>
            <a:off x="104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743" name="R6100"/>
          <p:cNvSpPr/>
          <p:nvPr/>
        </p:nvSpPr>
        <p:spPr>
          <a:xfrm>
            <a:off x="1439384" y="4731376"/>
            <a:ext cx="390000" cy="290000"/>
          </a:xfrm>
          <a:prstGeom prst="rect">
            <a:avLst/>
          </a:prstGeom>
          <a:solidFill>
            <a:srgbClr val="E67E22">
              <a:alpha val="2705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4" name="T6101"/>
          <p:cNvSpPr/>
          <p:nvPr/>
        </p:nvSpPr>
        <p:spPr>
          <a:xfrm>
            <a:off x="143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5.7M</a:t>
            </a:r>
            <a:endParaRPr lang="zh-CN" sz="570" dirty="0"/>
          </a:p>
        </p:txBody>
      </p:sp>
      <p:sp>
        <p:nvSpPr>
          <p:cNvPr id="745" name="T6102"/>
          <p:cNvSpPr/>
          <p:nvPr/>
        </p:nvSpPr>
        <p:spPr>
          <a:xfrm>
            <a:off x="143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746" name="R6103"/>
          <p:cNvSpPr/>
          <p:nvPr/>
        </p:nvSpPr>
        <p:spPr>
          <a:xfrm>
            <a:off x="1829384" y="4731376"/>
            <a:ext cx="390000" cy="290000"/>
          </a:xfrm>
          <a:prstGeom prst="rect">
            <a:avLst/>
          </a:prstGeom>
          <a:solidFill>
            <a:srgbClr val="E67E22">
              <a:alpha val="193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7" name="T6104"/>
          <p:cNvSpPr/>
          <p:nvPr/>
        </p:nvSpPr>
        <p:spPr>
          <a:xfrm>
            <a:off x="182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2.1M</a:t>
            </a:r>
            <a:endParaRPr lang="zh-CN" sz="570" dirty="0"/>
          </a:p>
        </p:txBody>
      </p:sp>
      <p:sp>
        <p:nvSpPr>
          <p:cNvPr id="748" name="T6105"/>
          <p:cNvSpPr/>
          <p:nvPr/>
        </p:nvSpPr>
        <p:spPr>
          <a:xfrm>
            <a:off x="182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749" name="R6106"/>
          <p:cNvSpPr/>
          <p:nvPr/>
        </p:nvSpPr>
        <p:spPr>
          <a:xfrm>
            <a:off x="2219384" y="4731376"/>
            <a:ext cx="390000" cy="290000"/>
          </a:xfrm>
          <a:prstGeom prst="rect">
            <a:avLst/>
          </a:prstGeom>
          <a:solidFill>
            <a:srgbClr val="E67E22">
              <a:alpha val="175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0" name="T6107"/>
          <p:cNvSpPr/>
          <p:nvPr/>
        </p:nvSpPr>
        <p:spPr>
          <a:xfrm>
            <a:off x="221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zh-CN" sz="570" dirty="0"/>
          </a:p>
        </p:txBody>
      </p:sp>
      <p:sp>
        <p:nvSpPr>
          <p:cNvPr id="751" name="T6108"/>
          <p:cNvSpPr/>
          <p:nvPr/>
        </p:nvSpPr>
        <p:spPr>
          <a:xfrm>
            <a:off x="221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52" name="R6109"/>
          <p:cNvSpPr/>
          <p:nvPr/>
        </p:nvSpPr>
        <p:spPr>
          <a:xfrm>
            <a:off x="2609384" y="4731376"/>
            <a:ext cx="390000" cy="290000"/>
          </a:xfrm>
          <a:prstGeom prst="rect">
            <a:avLst/>
          </a:prstGeom>
          <a:solidFill>
            <a:srgbClr val="E67E22">
              <a:alpha val="1602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3" name="T6110"/>
          <p:cNvSpPr/>
          <p:nvPr/>
        </p:nvSpPr>
        <p:spPr>
          <a:xfrm>
            <a:off x="260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754" name="T6111"/>
          <p:cNvSpPr/>
          <p:nvPr/>
        </p:nvSpPr>
        <p:spPr>
          <a:xfrm>
            <a:off x="260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55" name="R6112"/>
          <p:cNvSpPr/>
          <p:nvPr/>
        </p:nvSpPr>
        <p:spPr>
          <a:xfrm>
            <a:off x="2999384" y="4731376"/>
            <a:ext cx="390000" cy="290000"/>
          </a:xfrm>
          <a:prstGeom prst="rect">
            <a:avLst/>
          </a:prstGeom>
          <a:solidFill>
            <a:srgbClr val="E67E22">
              <a:alpha val="2206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6" name="T6113"/>
          <p:cNvSpPr/>
          <p:nvPr/>
        </p:nvSpPr>
        <p:spPr>
          <a:xfrm>
            <a:off x="299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3.4M</a:t>
            </a:r>
            <a:endParaRPr lang="zh-CN" sz="570" dirty="0"/>
          </a:p>
        </p:txBody>
      </p:sp>
      <p:sp>
        <p:nvSpPr>
          <p:cNvPr id="757" name="T6114"/>
          <p:cNvSpPr/>
          <p:nvPr/>
        </p:nvSpPr>
        <p:spPr>
          <a:xfrm>
            <a:off x="299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58" name="R6115"/>
          <p:cNvSpPr/>
          <p:nvPr/>
        </p:nvSpPr>
        <p:spPr>
          <a:xfrm>
            <a:off x="3389384" y="4731376"/>
            <a:ext cx="390000" cy="290000"/>
          </a:xfrm>
          <a:prstGeom prst="rect">
            <a:avLst/>
          </a:prstGeom>
          <a:solidFill>
            <a:srgbClr val="E67E22">
              <a:alpha val="1631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9" name="T6116"/>
          <p:cNvSpPr/>
          <p:nvPr/>
        </p:nvSpPr>
        <p:spPr>
          <a:xfrm>
            <a:off x="338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760" name="T6117"/>
          <p:cNvSpPr/>
          <p:nvPr/>
        </p:nvSpPr>
        <p:spPr>
          <a:xfrm>
            <a:off x="338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61" name="R6118"/>
          <p:cNvSpPr/>
          <p:nvPr/>
        </p:nvSpPr>
        <p:spPr>
          <a:xfrm>
            <a:off x="3779384" y="4731376"/>
            <a:ext cx="390000" cy="290000"/>
          </a:xfrm>
          <a:prstGeom prst="rect">
            <a:avLst/>
          </a:prstGeom>
          <a:solidFill>
            <a:srgbClr val="E67E22">
              <a:alpha val="1594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2" name="T6119"/>
          <p:cNvSpPr/>
          <p:nvPr/>
        </p:nvSpPr>
        <p:spPr>
          <a:xfrm>
            <a:off x="377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763" name="T6120"/>
          <p:cNvSpPr/>
          <p:nvPr/>
        </p:nvSpPr>
        <p:spPr>
          <a:xfrm>
            <a:off x="377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64" name="R6121"/>
          <p:cNvSpPr/>
          <p:nvPr/>
        </p:nvSpPr>
        <p:spPr>
          <a:xfrm>
            <a:off x="4169384" y="4731376"/>
            <a:ext cx="390000" cy="290000"/>
          </a:xfrm>
          <a:prstGeom prst="rect">
            <a:avLst/>
          </a:prstGeom>
          <a:solidFill>
            <a:srgbClr val="E67E22">
              <a:alpha val="1619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5" name="T6122"/>
          <p:cNvSpPr/>
          <p:nvPr/>
        </p:nvSpPr>
        <p:spPr>
          <a:xfrm>
            <a:off x="416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766" name="T6123"/>
          <p:cNvSpPr/>
          <p:nvPr/>
        </p:nvSpPr>
        <p:spPr>
          <a:xfrm>
            <a:off x="416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767" name="R6124"/>
          <p:cNvSpPr/>
          <p:nvPr/>
        </p:nvSpPr>
        <p:spPr>
          <a:xfrm>
            <a:off x="4559384" y="473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8" name="R6125"/>
          <p:cNvSpPr/>
          <p:nvPr/>
        </p:nvSpPr>
        <p:spPr>
          <a:xfrm>
            <a:off x="4949384" y="473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9" name="R6126"/>
          <p:cNvSpPr/>
          <p:nvPr/>
        </p:nvSpPr>
        <p:spPr>
          <a:xfrm>
            <a:off x="5339384" y="4731376"/>
            <a:ext cx="390000" cy="290000"/>
          </a:xfrm>
          <a:prstGeom prst="rect">
            <a:avLst/>
          </a:prstGeom>
          <a:solidFill>
            <a:srgbClr val="F9DDC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70" name="T6127"/>
          <p:cNvSpPr/>
          <p:nvPr/>
        </p:nvSpPr>
        <p:spPr>
          <a:xfrm>
            <a:off x="533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b="1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71" name="T6128"/>
          <p:cNvSpPr/>
          <p:nvPr/>
        </p:nvSpPr>
        <p:spPr>
          <a:xfrm>
            <a:off x="533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72" name="T6129"/>
          <p:cNvSpPr/>
          <p:nvPr/>
        </p:nvSpPr>
        <p:spPr>
          <a:xfrm>
            <a:off x="182880" y="502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zh-CN" sz="680" dirty="0"/>
          </a:p>
        </p:txBody>
      </p:sp>
      <p:sp>
        <p:nvSpPr>
          <p:cNvPr id="773" name="R6130"/>
          <p:cNvSpPr/>
          <p:nvPr/>
        </p:nvSpPr>
        <p:spPr>
          <a:xfrm>
            <a:off x="659384" y="5021376"/>
            <a:ext cx="390000" cy="290000"/>
          </a:xfrm>
          <a:prstGeom prst="rect">
            <a:avLst/>
          </a:prstGeom>
          <a:solidFill>
            <a:srgbClr val="2980B9">
              <a:alpha val="4305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74" name="T6131"/>
          <p:cNvSpPr/>
          <p:nvPr/>
        </p:nvSpPr>
        <p:spPr>
          <a:xfrm>
            <a:off x="65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zh-CN" sz="570" dirty="0"/>
          </a:p>
        </p:txBody>
      </p:sp>
      <p:sp>
        <p:nvSpPr>
          <p:cNvPr id="775" name="T6132"/>
          <p:cNvSpPr/>
          <p:nvPr/>
        </p:nvSpPr>
        <p:spPr>
          <a:xfrm>
            <a:off x="65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13件</a:t>
            </a:r>
            <a:endParaRPr lang="zh-CN" sz="500" dirty="0"/>
          </a:p>
        </p:txBody>
      </p:sp>
      <p:sp>
        <p:nvSpPr>
          <p:cNvPr id="776" name="R6133"/>
          <p:cNvSpPr/>
          <p:nvPr/>
        </p:nvSpPr>
        <p:spPr>
          <a:xfrm>
            <a:off x="1049384" y="5021376"/>
            <a:ext cx="390000" cy="290000"/>
          </a:xfrm>
          <a:prstGeom prst="rect">
            <a:avLst/>
          </a:prstGeom>
          <a:solidFill>
            <a:srgbClr val="2980B9">
              <a:alpha val="4135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77" name="T6134"/>
          <p:cNvSpPr/>
          <p:nvPr/>
        </p:nvSpPr>
        <p:spPr>
          <a:xfrm>
            <a:off x="104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2.3M</a:t>
            </a:r>
            <a:endParaRPr lang="zh-CN" sz="570" dirty="0"/>
          </a:p>
        </p:txBody>
      </p:sp>
      <p:sp>
        <p:nvSpPr>
          <p:cNvPr id="778" name="T6135"/>
          <p:cNvSpPr/>
          <p:nvPr/>
        </p:nvSpPr>
        <p:spPr>
          <a:xfrm>
            <a:off x="104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79" name="R6136"/>
          <p:cNvSpPr/>
          <p:nvPr/>
        </p:nvSpPr>
        <p:spPr>
          <a:xfrm>
            <a:off x="1439384" y="5021376"/>
            <a:ext cx="390000" cy="290000"/>
          </a:xfrm>
          <a:prstGeom prst="rect">
            <a:avLst/>
          </a:prstGeom>
          <a:solidFill>
            <a:srgbClr val="2980B9">
              <a:alpha val="2810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80" name="T6137"/>
          <p:cNvSpPr/>
          <p:nvPr/>
        </p:nvSpPr>
        <p:spPr>
          <a:xfrm>
            <a:off x="143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781" name="T6138"/>
          <p:cNvSpPr/>
          <p:nvPr/>
        </p:nvSpPr>
        <p:spPr>
          <a:xfrm>
            <a:off x="143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6件</a:t>
            </a:r>
            <a:endParaRPr lang="zh-CN" sz="500" dirty="0"/>
          </a:p>
        </p:txBody>
      </p:sp>
      <p:sp>
        <p:nvSpPr>
          <p:cNvPr id="782" name="R6139"/>
          <p:cNvSpPr/>
          <p:nvPr/>
        </p:nvSpPr>
        <p:spPr>
          <a:xfrm>
            <a:off x="1829384" y="5021376"/>
            <a:ext cx="390000" cy="290000"/>
          </a:xfrm>
          <a:prstGeom prst="rect">
            <a:avLst/>
          </a:prstGeom>
          <a:solidFill>
            <a:srgbClr val="2980B9">
              <a:alpha val="2584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83" name="T6140"/>
          <p:cNvSpPr/>
          <p:nvPr/>
        </p:nvSpPr>
        <p:spPr>
          <a:xfrm>
            <a:off x="182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784" name="T6141"/>
          <p:cNvSpPr/>
          <p:nvPr/>
        </p:nvSpPr>
        <p:spPr>
          <a:xfrm>
            <a:off x="182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785" name="R6142"/>
          <p:cNvSpPr/>
          <p:nvPr/>
        </p:nvSpPr>
        <p:spPr>
          <a:xfrm>
            <a:off x="2219384" y="5021376"/>
            <a:ext cx="390000" cy="290000"/>
          </a:xfrm>
          <a:prstGeom prst="rect">
            <a:avLst/>
          </a:prstGeom>
          <a:solidFill>
            <a:srgbClr val="2980B9">
              <a:alpha val="5851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86" name="T6143"/>
          <p:cNvSpPr/>
          <p:nvPr/>
        </p:nvSpPr>
        <p:spPr>
          <a:xfrm>
            <a:off x="221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3.8M</a:t>
            </a:r>
            <a:endParaRPr lang="zh-CN" sz="570" dirty="0"/>
          </a:p>
        </p:txBody>
      </p:sp>
      <p:sp>
        <p:nvSpPr>
          <p:cNvPr id="787" name="T6144"/>
          <p:cNvSpPr/>
          <p:nvPr/>
        </p:nvSpPr>
        <p:spPr>
          <a:xfrm>
            <a:off x="221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788" name="R6145"/>
          <p:cNvSpPr/>
          <p:nvPr/>
        </p:nvSpPr>
        <p:spPr>
          <a:xfrm>
            <a:off x="2609384" y="5021376"/>
            <a:ext cx="390000" cy="290000"/>
          </a:xfrm>
          <a:prstGeom prst="rect">
            <a:avLst/>
          </a:prstGeom>
          <a:solidFill>
            <a:srgbClr val="2980B9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89" name="T6146"/>
          <p:cNvSpPr/>
          <p:nvPr/>
        </p:nvSpPr>
        <p:spPr>
          <a:xfrm>
            <a:off x="260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5.6M</a:t>
            </a:r>
            <a:endParaRPr lang="zh-CN" sz="570" dirty="0"/>
          </a:p>
        </p:txBody>
      </p:sp>
      <p:sp>
        <p:nvSpPr>
          <p:cNvPr id="790" name="T6147"/>
          <p:cNvSpPr/>
          <p:nvPr/>
        </p:nvSpPr>
        <p:spPr>
          <a:xfrm>
            <a:off x="260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8件</a:t>
            </a:r>
            <a:endParaRPr lang="zh-CN" sz="500" dirty="0"/>
          </a:p>
        </p:txBody>
      </p:sp>
      <p:sp>
        <p:nvSpPr>
          <p:cNvPr id="791" name="R6148"/>
          <p:cNvSpPr/>
          <p:nvPr/>
        </p:nvSpPr>
        <p:spPr>
          <a:xfrm>
            <a:off x="2999384" y="5021376"/>
            <a:ext cx="390000" cy="290000"/>
          </a:xfrm>
          <a:prstGeom prst="rect">
            <a:avLst/>
          </a:prstGeom>
          <a:solidFill>
            <a:srgbClr val="2980B9">
              <a:alpha val="1511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2" name="T6149"/>
          <p:cNvSpPr/>
          <p:nvPr/>
        </p:nvSpPr>
        <p:spPr>
          <a:xfrm>
            <a:off x="299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zh-CN" sz="570" dirty="0"/>
          </a:p>
        </p:txBody>
      </p:sp>
      <p:sp>
        <p:nvSpPr>
          <p:cNvPr id="793" name="T6150"/>
          <p:cNvSpPr/>
          <p:nvPr/>
        </p:nvSpPr>
        <p:spPr>
          <a:xfrm>
            <a:off x="299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794" name="R6151"/>
          <p:cNvSpPr/>
          <p:nvPr/>
        </p:nvSpPr>
        <p:spPr>
          <a:xfrm>
            <a:off x="3389384" y="5021376"/>
            <a:ext cx="390000" cy="290000"/>
          </a:xfrm>
          <a:prstGeom prst="rect">
            <a:avLst/>
          </a:prstGeom>
          <a:solidFill>
            <a:srgbClr val="2980B9">
              <a:alpha val="2827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5" name="T6152"/>
          <p:cNvSpPr/>
          <p:nvPr/>
        </p:nvSpPr>
        <p:spPr>
          <a:xfrm>
            <a:off x="338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796" name="T6153"/>
          <p:cNvSpPr/>
          <p:nvPr/>
        </p:nvSpPr>
        <p:spPr>
          <a:xfrm>
            <a:off x="338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797" name="R6154"/>
          <p:cNvSpPr/>
          <p:nvPr/>
        </p:nvSpPr>
        <p:spPr>
          <a:xfrm>
            <a:off x="3779384" y="5021376"/>
            <a:ext cx="390000" cy="290000"/>
          </a:xfrm>
          <a:prstGeom prst="rect">
            <a:avLst/>
          </a:prstGeom>
          <a:solidFill>
            <a:srgbClr val="2980B9">
              <a:alpha val="3382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8" name="T6155"/>
          <p:cNvSpPr/>
          <p:nvPr/>
        </p:nvSpPr>
        <p:spPr>
          <a:xfrm>
            <a:off x="377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dirty="0"/>
          </a:p>
        </p:txBody>
      </p:sp>
      <p:sp>
        <p:nvSpPr>
          <p:cNvPr id="799" name="T6156"/>
          <p:cNvSpPr/>
          <p:nvPr/>
        </p:nvSpPr>
        <p:spPr>
          <a:xfrm>
            <a:off x="377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800" name="R6157"/>
          <p:cNvSpPr/>
          <p:nvPr/>
        </p:nvSpPr>
        <p:spPr>
          <a:xfrm>
            <a:off x="4169384" y="5021376"/>
            <a:ext cx="390000" cy="290000"/>
          </a:xfrm>
          <a:prstGeom prst="rect">
            <a:avLst/>
          </a:prstGeom>
          <a:solidFill>
            <a:srgbClr val="2980B9">
              <a:alpha val="3850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1" name="T6158"/>
          <p:cNvSpPr/>
          <p:nvPr/>
        </p:nvSpPr>
        <p:spPr>
          <a:xfrm>
            <a:off x="416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02" name="T6159"/>
          <p:cNvSpPr/>
          <p:nvPr/>
        </p:nvSpPr>
        <p:spPr>
          <a:xfrm>
            <a:off x="416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803" name="R6160"/>
          <p:cNvSpPr/>
          <p:nvPr/>
        </p:nvSpPr>
        <p:spPr>
          <a:xfrm>
            <a:off x="4559384" y="5021376"/>
            <a:ext cx="390000" cy="290000"/>
          </a:xfrm>
          <a:prstGeom prst="rect">
            <a:avLst/>
          </a:prstGeom>
          <a:solidFill>
            <a:srgbClr val="2980B9">
              <a:alpha val="3817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4" name="T6161"/>
          <p:cNvSpPr/>
          <p:nvPr/>
        </p:nvSpPr>
        <p:spPr>
          <a:xfrm>
            <a:off x="455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05" name="T6162"/>
          <p:cNvSpPr/>
          <p:nvPr/>
        </p:nvSpPr>
        <p:spPr>
          <a:xfrm>
            <a:off x="4559384" y="519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06" name="R6163"/>
          <p:cNvSpPr/>
          <p:nvPr/>
        </p:nvSpPr>
        <p:spPr>
          <a:xfrm>
            <a:off x="4949384" y="502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7" name="R6164"/>
          <p:cNvSpPr/>
          <p:nvPr/>
        </p:nvSpPr>
        <p:spPr>
          <a:xfrm>
            <a:off x="5339384" y="5021376"/>
            <a:ext cx="390000" cy="290000"/>
          </a:xfrm>
          <a:prstGeom prst="rect">
            <a:avLst/>
          </a:prstGeom>
          <a:solidFill>
            <a:srgbClr val="C8DEED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8" name="T6165"/>
          <p:cNvSpPr/>
          <p:nvPr/>
        </p:nvSpPr>
        <p:spPr>
          <a:xfrm>
            <a:off x="533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b="1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09" name="T6166"/>
          <p:cNvSpPr/>
          <p:nvPr/>
        </p:nvSpPr>
        <p:spPr>
          <a:xfrm>
            <a:off x="5333365" y="5195570"/>
            <a:ext cx="389890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10" name="T6167"/>
          <p:cNvSpPr/>
          <p:nvPr/>
        </p:nvSpPr>
        <p:spPr>
          <a:xfrm>
            <a:off x="182880" y="531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zh-CN" sz="680" dirty="0"/>
          </a:p>
        </p:txBody>
      </p:sp>
      <p:sp>
        <p:nvSpPr>
          <p:cNvPr id="811" name="R6168"/>
          <p:cNvSpPr/>
          <p:nvPr/>
        </p:nvSpPr>
        <p:spPr>
          <a:xfrm>
            <a:off x="65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12" name="R6169"/>
          <p:cNvSpPr/>
          <p:nvPr/>
        </p:nvSpPr>
        <p:spPr>
          <a:xfrm>
            <a:off x="1049384" y="5311376"/>
            <a:ext cx="390000" cy="290000"/>
          </a:xfrm>
          <a:prstGeom prst="rect">
            <a:avLst/>
          </a:prstGeom>
          <a:solidFill>
            <a:srgbClr val="8E44AD">
              <a:alpha val="1542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13" name="T6170"/>
          <p:cNvSpPr/>
          <p:nvPr/>
        </p:nvSpPr>
        <p:spPr>
          <a:xfrm>
            <a:off x="104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814" name="T6171"/>
          <p:cNvSpPr/>
          <p:nvPr/>
        </p:nvSpPr>
        <p:spPr>
          <a:xfrm>
            <a:off x="104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15" name="R6172"/>
          <p:cNvSpPr/>
          <p:nvPr/>
        </p:nvSpPr>
        <p:spPr>
          <a:xfrm>
            <a:off x="1439384" y="5311376"/>
            <a:ext cx="390000" cy="290000"/>
          </a:xfrm>
          <a:prstGeom prst="rect">
            <a:avLst/>
          </a:prstGeom>
          <a:solidFill>
            <a:srgbClr val="8E44AD">
              <a:alpha val="2583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16" name="T6173"/>
          <p:cNvSpPr/>
          <p:nvPr/>
        </p:nvSpPr>
        <p:spPr>
          <a:xfrm>
            <a:off x="143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817" name="T6174"/>
          <p:cNvSpPr/>
          <p:nvPr/>
        </p:nvSpPr>
        <p:spPr>
          <a:xfrm>
            <a:off x="143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18" name="R6175"/>
          <p:cNvSpPr/>
          <p:nvPr/>
        </p:nvSpPr>
        <p:spPr>
          <a:xfrm>
            <a:off x="182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19" name="R6176"/>
          <p:cNvSpPr/>
          <p:nvPr/>
        </p:nvSpPr>
        <p:spPr>
          <a:xfrm>
            <a:off x="221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0" name="R6177"/>
          <p:cNvSpPr/>
          <p:nvPr/>
        </p:nvSpPr>
        <p:spPr>
          <a:xfrm>
            <a:off x="260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1" name="R6178"/>
          <p:cNvSpPr/>
          <p:nvPr/>
        </p:nvSpPr>
        <p:spPr>
          <a:xfrm>
            <a:off x="299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2" name="R6179"/>
          <p:cNvSpPr/>
          <p:nvPr/>
        </p:nvSpPr>
        <p:spPr>
          <a:xfrm>
            <a:off x="3389384" y="5311376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3" name="T6180"/>
          <p:cNvSpPr/>
          <p:nvPr/>
        </p:nvSpPr>
        <p:spPr>
          <a:xfrm>
            <a:off x="338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12.0M</a:t>
            </a:r>
            <a:endParaRPr lang="zh-CN" sz="570" dirty="0"/>
          </a:p>
        </p:txBody>
      </p:sp>
      <p:sp>
        <p:nvSpPr>
          <p:cNvPr id="824" name="T6181"/>
          <p:cNvSpPr/>
          <p:nvPr/>
        </p:nvSpPr>
        <p:spPr>
          <a:xfrm>
            <a:off x="338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25" name="R6182"/>
          <p:cNvSpPr/>
          <p:nvPr/>
        </p:nvSpPr>
        <p:spPr>
          <a:xfrm>
            <a:off x="3779384" y="5311376"/>
            <a:ext cx="390000" cy="290000"/>
          </a:xfrm>
          <a:prstGeom prst="rect">
            <a:avLst/>
          </a:prstGeom>
          <a:solidFill>
            <a:srgbClr val="8E44AD">
              <a:alpha val="1559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6" name="T6183"/>
          <p:cNvSpPr/>
          <p:nvPr/>
        </p:nvSpPr>
        <p:spPr>
          <a:xfrm>
            <a:off x="377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827" name="T6184"/>
          <p:cNvSpPr/>
          <p:nvPr/>
        </p:nvSpPr>
        <p:spPr>
          <a:xfrm>
            <a:off x="3779384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28" name="R6185"/>
          <p:cNvSpPr/>
          <p:nvPr/>
        </p:nvSpPr>
        <p:spPr>
          <a:xfrm>
            <a:off x="416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29" name="R6186"/>
          <p:cNvSpPr/>
          <p:nvPr/>
        </p:nvSpPr>
        <p:spPr>
          <a:xfrm>
            <a:off x="455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0" name="R6187"/>
          <p:cNvSpPr/>
          <p:nvPr/>
        </p:nvSpPr>
        <p:spPr>
          <a:xfrm>
            <a:off x="4949384" y="531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1" name="R6188"/>
          <p:cNvSpPr/>
          <p:nvPr/>
        </p:nvSpPr>
        <p:spPr>
          <a:xfrm>
            <a:off x="5339384" y="5311376"/>
            <a:ext cx="390000" cy="290000"/>
          </a:xfrm>
          <a:prstGeom prst="rect">
            <a:avLst/>
          </a:prstGeom>
          <a:solidFill>
            <a:srgbClr val="E7D9EE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2" name="T6189"/>
          <p:cNvSpPr/>
          <p:nvPr/>
        </p:nvSpPr>
        <p:spPr>
          <a:xfrm>
            <a:off x="533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b="1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3" name="T6190"/>
          <p:cNvSpPr/>
          <p:nvPr/>
        </p:nvSpPr>
        <p:spPr>
          <a:xfrm>
            <a:off x="5333669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4" name="T6191"/>
          <p:cNvSpPr/>
          <p:nvPr/>
        </p:nvSpPr>
        <p:spPr>
          <a:xfrm>
            <a:off x="182880" y="560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成事+合伙</a:t>
            </a:r>
            <a:endParaRPr lang="zh-CN" sz="680" dirty="0"/>
          </a:p>
        </p:txBody>
      </p:sp>
      <p:sp>
        <p:nvSpPr>
          <p:cNvPr id="835" name="R6192"/>
          <p:cNvSpPr/>
          <p:nvPr/>
        </p:nvSpPr>
        <p:spPr>
          <a:xfrm>
            <a:off x="659384" y="5601376"/>
            <a:ext cx="390000" cy="290000"/>
          </a:xfrm>
          <a:prstGeom prst="rect">
            <a:avLst/>
          </a:prstGeom>
          <a:solidFill>
            <a:srgbClr val="94A3B8">
              <a:alpha val="15785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6" name="T6193"/>
          <p:cNvSpPr/>
          <p:nvPr/>
        </p:nvSpPr>
        <p:spPr>
          <a:xfrm>
            <a:off x="65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zh-CN" sz="570" dirty="0"/>
          </a:p>
        </p:txBody>
      </p:sp>
      <p:sp>
        <p:nvSpPr>
          <p:cNvPr id="837" name="T6194"/>
          <p:cNvSpPr/>
          <p:nvPr/>
        </p:nvSpPr>
        <p:spPr>
          <a:xfrm>
            <a:off x="65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38" name="R6195"/>
          <p:cNvSpPr/>
          <p:nvPr/>
        </p:nvSpPr>
        <p:spPr>
          <a:xfrm>
            <a:off x="1049384" y="5601376"/>
            <a:ext cx="390000" cy="290000"/>
          </a:xfrm>
          <a:prstGeom prst="rect">
            <a:avLst/>
          </a:prstGeom>
          <a:solidFill>
            <a:srgbClr val="94A3B8">
              <a:alpha val="3104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9" name="T6196"/>
          <p:cNvSpPr/>
          <p:nvPr/>
        </p:nvSpPr>
        <p:spPr>
          <a:xfrm>
            <a:off x="104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40" name="T6197"/>
          <p:cNvSpPr/>
          <p:nvPr/>
        </p:nvSpPr>
        <p:spPr>
          <a:xfrm>
            <a:off x="104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841" name="R6198"/>
          <p:cNvSpPr/>
          <p:nvPr/>
        </p:nvSpPr>
        <p:spPr>
          <a:xfrm>
            <a:off x="1439384" y="5601376"/>
            <a:ext cx="390000" cy="290000"/>
          </a:xfrm>
          <a:prstGeom prst="rect">
            <a:avLst/>
          </a:prstGeom>
          <a:solidFill>
            <a:srgbClr val="94A3B8">
              <a:alpha val="6517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2" name="T6199"/>
          <p:cNvSpPr/>
          <p:nvPr/>
        </p:nvSpPr>
        <p:spPr>
          <a:xfrm>
            <a:off x="143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843" name="T6200"/>
          <p:cNvSpPr/>
          <p:nvPr/>
        </p:nvSpPr>
        <p:spPr>
          <a:xfrm>
            <a:off x="143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844" name="R6201"/>
          <p:cNvSpPr/>
          <p:nvPr/>
        </p:nvSpPr>
        <p:spPr>
          <a:xfrm>
            <a:off x="1829384" y="5601376"/>
            <a:ext cx="390000" cy="290000"/>
          </a:xfrm>
          <a:prstGeom prst="rect">
            <a:avLst/>
          </a:prstGeom>
          <a:solidFill>
            <a:srgbClr val="94A3B8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5" name="T6202"/>
          <p:cNvSpPr/>
          <p:nvPr/>
        </p:nvSpPr>
        <p:spPr>
          <a:xfrm>
            <a:off x="182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846" name="T6203"/>
          <p:cNvSpPr/>
          <p:nvPr/>
        </p:nvSpPr>
        <p:spPr>
          <a:xfrm>
            <a:off x="182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47" name="R6204"/>
          <p:cNvSpPr/>
          <p:nvPr/>
        </p:nvSpPr>
        <p:spPr>
          <a:xfrm>
            <a:off x="2219384" y="5601376"/>
            <a:ext cx="390000" cy="290000"/>
          </a:xfrm>
          <a:prstGeom prst="rect">
            <a:avLst/>
          </a:prstGeom>
          <a:solidFill>
            <a:srgbClr val="94A3B8">
              <a:alpha val="551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8" name="T6205"/>
          <p:cNvSpPr/>
          <p:nvPr/>
        </p:nvSpPr>
        <p:spPr>
          <a:xfrm>
            <a:off x="221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849" name="T6206"/>
          <p:cNvSpPr/>
          <p:nvPr/>
        </p:nvSpPr>
        <p:spPr>
          <a:xfrm>
            <a:off x="221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50" name="R6207"/>
          <p:cNvSpPr/>
          <p:nvPr/>
        </p:nvSpPr>
        <p:spPr>
          <a:xfrm>
            <a:off x="2609384" y="5601376"/>
            <a:ext cx="390000" cy="290000"/>
          </a:xfrm>
          <a:prstGeom prst="rect">
            <a:avLst/>
          </a:prstGeom>
          <a:solidFill>
            <a:srgbClr val="94A3B8">
              <a:alpha val="6314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1" name="T6208"/>
          <p:cNvSpPr/>
          <p:nvPr/>
        </p:nvSpPr>
        <p:spPr>
          <a:xfrm>
            <a:off x="260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852" name="T6209"/>
          <p:cNvSpPr/>
          <p:nvPr/>
        </p:nvSpPr>
        <p:spPr>
          <a:xfrm>
            <a:off x="260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853" name="R6210"/>
          <p:cNvSpPr/>
          <p:nvPr/>
        </p:nvSpPr>
        <p:spPr>
          <a:xfrm>
            <a:off x="299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4" name="R6211"/>
          <p:cNvSpPr/>
          <p:nvPr/>
        </p:nvSpPr>
        <p:spPr>
          <a:xfrm>
            <a:off x="338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5" name="R6212"/>
          <p:cNvSpPr/>
          <p:nvPr/>
        </p:nvSpPr>
        <p:spPr>
          <a:xfrm>
            <a:off x="3779384" y="5601376"/>
            <a:ext cx="390000" cy="290000"/>
          </a:xfrm>
          <a:prstGeom prst="rect">
            <a:avLst/>
          </a:prstGeom>
          <a:solidFill>
            <a:srgbClr val="94A3B8">
              <a:alpha val="5030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6" name="T6213"/>
          <p:cNvSpPr/>
          <p:nvPr/>
        </p:nvSpPr>
        <p:spPr>
          <a:xfrm>
            <a:off x="377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dirty="0"/>
          </a:p>
        </p:txBody>
      </p:sp>
      <p:sp>
        <p:nvSpPr>
          <p:cNvPr id="857" name="T6214"/>
          <p:cNvSpPr/>
          <p:nvPr/>
        </p:nvSpPr>
        <p:spPr>
          <a:xfrm>
            <a:off x="377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58" name="R6215"/>
          <p:cNvSpPr/>
          <p:nvPr/>
        </p:nvSpPr>
        <p:spPr>
          <a:xfrm>
            <a:off x="416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9" name="R6216"/>
          <p:cNvSpPr/>
          <p:nvPr/>
        </p:nvSpPr>
        <p:spPr>
          <a:xfrm>
            <a:off x="4559384" y="5601376"/>
            <a:ext cx="390000" cy="290000"/>
          </a:xfrm>
          <a:prstGeom prst="rect">
            <a:avLst/>
          </a:prstGeom>
          <a:solidFill>
            <a:srgbClr val="94A3B8">
              <a:alpha val="204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60" name="T6217"/>
          <p:cNvSpPr/>
          <p:nvPr/>
        </p:nvSpPr>
        <p:spPr>
          <a:xfrm>
            <a:off x="455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61" name="T6218"/>
          <p:cNvSpPr/>
          <p:nvPr/>
        </p:nvSpPr>
        <p:spPr>
          <a:xfrm>
            <a:off x="455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862" name="R6219"/>
          <p:cNvSpPr/>
          <p:nvPr/>
        </p:nvSpPr>
        <p:spPr>
          <a:xfrm>
            <a:off x="4949384" y="5601376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63" name="R6220"/>
          <p:cNvSpPr/>
          <p:nvPr/>
        </p:nvSpPr>
        <p:spPr>
          <a:xfrm>
            <a:off x="5339384" y="5601376"/>
            <a:ext cx="390000" cy="290000"/>
          </a:xfrm>
          <a:prstGeom prst="rect">
            <a:avLst/>
          </a:prstGeom>
          <a:solidFill>
            <a:srgbClr val="C9D1DB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64" name="T6221"/>
          <p:cNvSpPr/>
          <p:nvPr/>
        </p:nvSpPr>
        <p:spPr>
          <a:xfrm>
            <a:off x="533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865" name="T6222"/>
          <p:cNvSpPr/>
          <p:nvPr/>
        </p:nvSpPr>
        <p:spPr>
          <a:xfrm>
            <a:off x="533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866" name="T6223"/>
          <p:cNvSpPr/>
          <p:nvPr/>
        </p:nvSpPr>
        <p:spPr>
          <a:xfrm>
            <a:off x="182880" y="5891376"/>
            <a:ext cx="466504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zh-CN" sz="680" dirty="0"/>
          </a:p>
        </p:txBody>
      </p:sp>
      <p:sp>
        <p:nvSpPr>
          <p:cNvPr id="867" name="R6224"/>
          <p:cNvSpPr/>
          <p:nvPr/>
        </p:nvSpPr>
        <p:spPr>
          <a:xfrm>
            <a:off x="659384" y="5891376"/>
            <a:ext cx="390000" cy="290000"/>
          </a:xfrm>
          <a:prstGeom prst="rect">
            <a:avLst/>
          </a:prstGeom>
          <a:solidFill>
            <a:srgbClr val="374151">
              <a:alpha val="2576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68" name="T6225"/>
          <p:cNvSpPr/>
          <p:nvPr/>
        </p:nvSpPr>
        <p:spPr>
          <a:xfrm>
            <a:off x="65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18.0M</a:t>
            </a:r>
            <a:endParaRPr lang="zh-CN" sz="570" dirty="0"/>
          </a:p>
        </p:txBody>
      </p:sp>
      <p:sp>
        <p:nvSpPr>
          <p:cNvPr id="869" name="T6226"/>
          <p:cNvSpPr/>
          <p:nvPr/>
        </p:nvSpPr>
        <p:spPr>
          <a:xfrm>
            <a:off x="65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63件</a:t>
            </a:r>
            <a:endParaRPr lang="zh-CN" sz="500" dirty="0"/>
          </a:p>
        </p:txBody>
      </p:sp>
      <p:sp>
        <p:nvSpPr>
          <p:cNvPr id="870" name="R6227"/>
          <p:cNvSpPr/>
          <p:nvPr/>
        </p:nvSpPr>
        <p:spPr>
          <a:xfrm>
            <a:off x="1049384" y="5891376"/>
            <a:ext cx="390000" cy="290000"/>
          </a:xfrm>
          <a:prstGeom prst="rect">
            <a:avLst/>
          </a:prstGeom>
          <a:solidFill>
            <a:srgbClr val="374151">
              <a:alpha val="4265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71" name="T6228"/>
          <p:cNvSpPr/>
          <p:nvPr/>
        </p:nvSpPr>
        <p:spPr>
          <a:xfrm>
            <a:off x="104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46.4M</a:t>
            </a:r>
            <a:endParaRPr lang="zh-CN" sz="570" dirty="0"/>
          </a:p>
        </p:txBody>
      </p:sp>
      <p:sp>
        <p:nvSpPr>
          <p:cNvPr id="872" name="T6229"/>
          <p:cNvSpPr/>
          <p:nvPr/>
        </p:nvSpPr>
        <p:spPr>
          <a:xfrm>
            <a:off x="104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52件</a:t>
            </a:r>
            <a:endParaRPr lang="zh-CN" sz="500" dirty="0"/>
          </a:p>
        </p:txBody>
      </p:sp>
      <p:sp>
        <p:nvSpPr>
          <p:cNvPr id="873" name="R6230"/>
          <p:cNvSpPr/>
          <p:nvPr/>
        </p:nvSpPr>
        <p:spPr>
          <a:xfrm>
            <a:off x="1439384" y="5891376"/>
            <a:ext cx="390000" cy="290000"/>
          </a:xfrm>
          <a:prstGeom prst="rect">
            <a:avLst/>
          </a:prstGeom>
          <a:solidFill>
            <a:srgbClr val="374151">
              <a:alpha val="32424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74" name="T6231"/>
          <p:cNvSpPr/>
          <p:nvPr/>
        </p:nvSpPr>
        <p:spPr>
          <a:xfrm>
            <a:off x="143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29.2M</a:t>
            </a:r>
            <a:endParaRPr lang="zh-CN" sz="570" dirty="0"/>
          </a:p>
        </p:txBody>
      </p:sp>
      <p:sp>
        <p:nvSpPr>
          <p:cNvPr id="875" name="T6232"/>
          <p:cNvSpPr/>
          <p:nvPr/>
        </p:nvSpPr>
        <p:spPr>
          <a:xfrm>
            <a:off x="143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58件</a:t>
            </a:r>
            <a:endParaRPr lang="zh-CN" sz="500" dirty="0"/>
          </a:p>
        </p:txBody>
      </p:sp>
      <p:sp>
        <p:nvSpPr>
          <p:cNvPr id="876" name="R6233"/>
          <p:cNvSpPr/>
          <p:nvPr/>
        </p:nvSpPr>
        <p:spPr>
          <a:xfrm>
            <a:off x="1829384" y="5891376"/>
            <a:ext cx="390000" cy="290000"/>
          </a:xfrm>
          <a:prstGeom prst="rect">
            <a:avLst/>
          </a:prstGeom>
          <a:solidFill>
            <a:srgbClr val="374151">
              <a:alpha val="2697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77" name="T6234"/>
          <p:cNvSpPr/>
          <p:nvPr/>
        </p:nvSpPr>
        <p:spPr>
          <a:xfrm>
            <a:off x="182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20.1M</a:t>
            </a:r>
            <a:endParaRPr lang="zh-CN" sz="570" dirty="0"/>
          </a:p>
        </p:txBody>
      </p:sp>
      <p:sp>
        <p:nvSpPr>
          <p:cNvPr id="878" name="T6235"/>
          <p:cNvSpPr/>
          <p:nvPr/>
        </p:nvSpPr>
        <p:spPr>
          <a:xfrm>
            <a:off x="18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879" name="R6236"/>
          <p:cNvSpPr/>
          <p:nvPr/>
        </p:nvSpPr>
        <p:spPr>
          <a:xfrm>
            <a:off x="2219384" y="5891376"/>
            <a:ext cx="390000" cy="290000"/>
          </a:xfrm>
          <a:prstGeom prst="rect">
            <a:avLst/>
          </a:prstGeom>
          <a:solidFill>
            <a:srgbClr val="374151">
              <a:alpha val="3287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80" name="T6237"/>
          <p:cNvSpPr/>
          <p:nvPr/>
        </p:nvSpPr>
        <p:spPr>
          <a:xfrm>
            <a:off x="221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30.0M</a:t>
            </a:r>
            <a:endParaRPr lang="zh-CN" sz="570" dirty="0"/>
          </a:p>
        </p:txBody>
      </p:sp>
      <p:sp>
        <p:nvSpPr>
          <p:cNvPr id="881" name="T6238"/>
          <p:cNvSpPr/>
          <p:nvPr/>
        </p:nvSpPr>
        <p:spPr>
          <a:xfrm>
            <a:off x="221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58件</a:t>
            </a:r>
            <a:endParaRPr lang="zh-CN" sz="500" dirty="0"/>
          </a:p>
        </p:txBody>
      </p:sp>
      <p:sp>
        <p:nvSpPr>
          <p:cNvPr id="882" name="R6239"/>
          <p:cNvSpPr/>
          <p:nvPr/>
        </p:nvSpPr>
        <p:spPr>
          <a:xfrm>
            <a:off x="2609384" y="5891376"/>
            <a:ext cx="390000" cy="290000"/>
          </a:xfrm>
          <a:prstGeom prst="rect">
            <a:avLst/>
          </a:prstGeom>
          <a:solidFill>
            <a:srgbClr val="374151">
              <a:alpha val="3853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83" name="T6240"/>
          <p:cNvSpPr/>
          <p:nvPr/>
        </p:nvSpPr>
        <p:spPr>
          <a:xfrm>
            <a:off x="260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39.5M</a:t>
            </a:r>
            <a:endParaRPr lang="zh-CN" sz="570" dirty="0"/>
          </a:p>
        </p:txBody>
      </p:sp>
      <p:sp>
        <p:nvSpPr>
          <p:cNvPr id="884" name="T6241"/>
          <p:cNvSpPr/>
          <p:nvPr/>
        </p:nvSpPr>
        <p:spPr>
          <a:xfrm>
            <a:off x="260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zh-CN" sz="500" dirty="0"/>
          </a:p>
        </p:txBody>
      </p:sp>
      <p:sp>
        <p:nvSpPr>
          <p:cNvPr id="885" name="R6242"/>
          <p:cNvSpPr/>
          <p:nvPr/>
        </p:nvSpPr>
        <p:spPr>
          <a:xfrm>
            <a:off x="2999384" y="5891376"/>
            <a:ext cx="390000" cy="290000"/>
          </a:xfrm>
          <a:prstGeom prst="rect">
            <a:avLst/>
          </a:prstGeom>
          <a:solidFill>
            <a:srgbClr val="374151">
              <a:alpha val="1933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86" name="T6243"/>
          <p:cNvSpPr/>
          <p:nvPr/>
        </p:nvSpPr>
        <p:spPr>
          <a:xfrm>
            <a:off x="299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7.3M</a:t>
            </a:r>
            <a:endParaRPr lang="zh-CN" sz="570" dirty="0"/>
          </a:p>
        </p:txBody>
      </p:sp>
      <p:sp>
        <p:nvSpPr>
          <p:cNvPr id="887" name="T6244"/>
          <p:cNvSpPr/>
          <p:nvPr/>
        </p:nvSpPr>
        <p:spPr>
          <a:xfrm>
            <a:off x="299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888" name="R6245"/>
          <p:cNvSpPr/>
          <p:nvPr/>
        </p:nvSpPr>
        <p:spPr>
          <a:xfrm>
            <a:off x="3389384" y="5891376"/>
            <a:ext cx="390000" cy="290000"/>
          </a:xfrm>
          <a:prstGeom prst="rect">
            <a:avLst/>
          </a:prstGeom>
          <a:solidFill>
            <a:srgbClr val="374151">
              <a:alpha val="5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89" name="T6246"/>
          <p:cNvSpPr/>
          <p:nvPr/>
        </p:nvSpPr>
        <p:spPr>
          <a:xfrm>
            <a:off x="338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67.0M</a:t>
            </a:r>
            <a:endParaRPr lang="zh-CN" sz="570" dirty="0"/>
          </a:p>
        </p:txBody>
      </p:sp>
      <p:sp>
        <p:nvSpPr>
          <p:cNvPr id="890" name="T6247"/>
          <p:cNvSpPr/>
          <p:nvPr/>
        </p:nvSpPr>
        <p:spPr>
          <a:xfrm>
            <a:off x="338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61件</a:t>
            </a:r>
            <a:endParaRPr lang="zh-CN" sz="500" dirty="0"/>
          </a:p>
        </p:txBody>
      </p:sp>
      <p:sp>
        <p:nvSpPr>
          <p:cNvPr id="891" name="R6248"/>
          <p:cNvSpPr/>
          <p:nvPr/>
        </p:nvSpPr>
        <p:spPr>
          <a:xfrm>
            <a:off x="3779384" y="5891376"/>
            <a:ext cx="390000" cy="290000"/>
          </a:xfrm>
          <a:prstGeom prst="rect">
            <a:avLst/>
          </a:prstGeom>
          <a:solidFill>
            <a:srgbClr val="374151">
              <a:alpha val="2444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2" name="T6249"/>
          <p:cNvSpPr/>
          <p:nvPr/>
        </p:nvSpPr>
        <p:spPr>
          <a:xfrm>
            <a:off x="377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15.8M</a:t>
            </a:r>
            <a:endParaRPr lang="zh-CN" sz="570" dirty="0"/>
          </a:p>
        </p:txBody>
      </p:sp>
      <p:sp>
        <p:nvSpPr>
          <p:cNvPr id="893" name="T6250"/>
          <p:cNvSpPr/>
          <p:nvPr/>
        </p:nvSpPr>
        <p:spPr>
          <a:xfrm>
            <a:off x="377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894" name="R6251"/>
          <p:cNvSpPr/>
          <p:nvPr/>
        </p:nvSpPr>
        <p:spPr>
          <a:xfrm>
            <a:off x="4169384" y="5891376"/>
            <a:ext cx="390000" cy="290000"/>
          </a:xfrm>
          <a:prstGeom prst="rect">
            <a:avLst/>
          </a:prstGeom>
          <a:solidFill>
            <a:srgbClr val="374151">
              <a:alpha val="2198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5" name="T6252"/>
          <p:cNvSpPr/>
          <p:nvPr/>
        </p:nvSpPr>
        <p:spPr>
          <a:xfrm>
            <a:off x="416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zh-CN" sz="570" dirty="0"/>
          </a:p>
        </p:txBody>
      </p:sp>
      <p:sp>
        <p:nvSpPr>
          <p:cNvPr id="896" name="T6253"/>
          <p:cNvSpPr/>
          <p:nvPr/>
        </p:nvSpPr>
        <p:spPr>
          <a:xfrm>
            <a:off x="416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897" name="R6254"/>
          <p:cNvSpPr/>
          <p:nvPr/>
        </p:nvSpPr>
        <p:spPr>
          <a:xfrm>
            <a:off x="4559384" y="5891376"/>
            <a:ext cx="390000" cy="290000"/>
          </a:xfrm>
          <a:prstGeom prst="rect">
            <a:avLst/>
          </a:prstGeom>
          <a:solidFill>
            <a:srgbClr val="374151">
              <a:alpha val="3939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8" name="T6255"/>
          <p:cNvSpPr/>
          <p:nvPr/>
        </p:nvSpPr>
        <p:spPr>
          <a:xfrm>
            <a:off x="455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41.0M</a:t>
            </a:r>
            <a:endParaRPr lang="zh-CN" sz="570" dirty="0"/>
          </a:p>
        </p:txBody>
      </p:sp>
      <p:sp>
        <p:nvSpPr>
          <p:cNvPr id="899" name="T6256"/>
          <p:cNvSpPr/>
          <p:nvPr/>
        </p:nvSpPr>
        <p:spPr>
          <a:xfrm>
            <a:off x="455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</a:t>
            </a:r>
            <a:endParaRPr lang="zh-CN" sz="500" dirty="0"/>
          </a:p>
        </p:txBody>
      </p:sp>
      <p:sp>
        <p:nvSpPr>
          <p:cNvPr id="900" name="R6257"/>
          <p:cNvSpPr/>
          <p:nvPr/>
        </p:nvSpPr>
        <p:spPr>
          <a:xfrm>
            <a:off x="4949384" y="5891376"/>
            <a:ext cx="390000" cy="290000"/>
          </a:xfrm>
          <a:prstGeom prst="rect">
            <a:avLst/>
          </a:prstGeom>
          <a:solidFill>
            <a:srgbClr val="374151">
              <a:alpha val="1876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1" name="T6258"/>
          <p:cNvSpPr/>
          <p:nvPr/>
        </p:nvSpPr>
        <p:spPr>
          <a:xfrm>
            <a:off x="494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7.9M</a:t>
            </a:r>
            <a:endParaRPr lang="zh-CN" sz="570" dirty="0"/>
          </a:p>
        </p:txBody>
      </p:sp>
      <p:sp>
        <p:nvSpPr>
          <p:cNvPr id="902" name="T6259"/>
          <p:cNvSpPr/>
          <p:nvPr/>
        </p:nvSpPr>
        <p:spPr>
          <a:xfrm>
            <a:off x="494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903" name="R6260"/>
          <p:cNvSpPr/>
          <p:nvPr/>
        </p:nvSpPr>
        <p:spPr>
          <a:xfrm>
            <a:off x="5339384" y="5891376"/>
            <a:ext cx="390000" cy="290000"/>
          </a:xfrm>
          <a:prstGeom prst="rect">
            <a:avLst/>
          </a:prstGeom>
          <a:solidFill>
            <a:srgbClr val="1A1A2E">
              <a:alpha val="7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4" name="T6261"/>
          <p:cNvSpPr/>
          <p:nvPr/>
        </p:nvSpPr>
        <p:spPr>
          <a:xfrm>
            <a:off x="533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13.5M</a:t>
            </a:r>
            <a:endParaRPr lang="zh-CN" sz="570" dirty="0"/>
          </a:p>
        </p:txBody>
      </p:sp>
      <p:sp>
        <p:nvSpPr>
          <p:cNvPr id="905" name="T6262"/>
          <p:cNvSpPr/>
          <p:nvPr/>
        </p:nvSpPr>
        <p:spPr>
          <a:xfrm>
            <a:off x="533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45件</a:t>
            </a:r>
            <a:endParaRPr lang="zh-CN" sz="500" dirty="0"/>
          </a:p>
        </p:txBody>
      </p:sp>
      <p:sp>
        <p:nvSpPr>
          <p:cNvPr id="0" name="R7086_W14"/>
          <p:cNvSpPr/>
          <p:nvPr/>
        </p:nvSpPr>
        <p:spPr>
          <a:xfrm>
            <a:off x="5761168" y="133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7087_W14"/>
          <p:cNvSpPr/>
          <p:nvPr/>
        </p:nvSpPr>
        <p:spPr>
          <a:xfrm>
            <a:off x="576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dirty="0"/>
          </a:p>
        </p:txBody>
      </p:sp>
      <p:sp>
        <p:nvSpPr>
          <p:cNvPr id="0" name="T7088_W14"/>
          <p:cNvSpPr/>
          <p:nvPr/>
        </p:nvSpPr>
        <p:spPr>
          <a:xfrm>
            <a:off x="576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/>
          </a:p>
        </p:txBody>
      </p:sp>
      <p:sp>
        <p:nvSpPr>
          <p:cNvPr id="0" name="R7126_W14"/>
          <p:cNvSpPr/>
          <p:nvPr/>
        </p:nvSpPr>
        <p:spPr>
          <a:xfrm>
            <a:off x="5761168" y="162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7127_W14"/>
          <p:cNvSpPr/>
          <p:nvPr/>
        </p:nvSpPr>
        <p:spPr>
          <a:xfrm>
            <a:off x="576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0.6M</a:t>
            </a:r>
            <a:endParaRPr lang="zh-CN" sz="570" dirty="0"/>
          </a:p>
        </p:txBody>
      </p:sp>
      <p:sp>
        <p:nvSpPr>
          <p:cNvPr id="0" name="T7128_W14"/>
          <p:cNvSpPr/>
          <p:nvPr/>
        </p:nvSpPr>
        <p:spPr>
          <a:xfrm>
            <a:off x="576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0" name="R7033_W14"/>
          <p:cNvSpPr/>
          <p:nvPr/>
        </p:nvSpPr>
        <p:spPr>
          <a:xfrm>
            <a:off x="5767603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R7033_W14"/>
          <p:cNvSpPr/>
          <p:nvPr/>
        </p:nvSpPr>
        <p:spPr>
          <a:xfrm>
            <a:off x="5770990" y="1922145"/>
            <a:ext cx="386715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R7250_W14"/>
          <p:cNvSpPr/>
          <p:nvPr/>
        </p:nvSpPr>
        <p:spPr>
          <a:xfrm>
            <a:off x="5761363" y="278394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7251_W14"/>
          <p:cNvSpPr/>
          <p:nvPr/>
        </p:nvSpPr>
        <p:spPr>
          <a:xfrm>
            <a:off x="5761363" y="278394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5.2M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dirty="0"/>
          </a:p>
        </p:txBody>
      </p:sp>
      <p:sp>
        <p:nvSpPr>
          <p:cNvPr id="0" name="T7252_W14"/>
          <p:cNvSpPr/>
          <p:nvPr/>
        </p:nvSpPr>
        <p:spPr>
          <a:xfrm>
            <a:off x="5761363" y="295794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r>
              <a:rPr lang="en-US" alt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/>
          </a:p>
        </p:txBody>
      </p:sp>
      <p:sp>
        <p:nvSpPr>
          <p:cNvPr id="0" name="R7033_W14"/>
          <p:cNvSpPr/>
          <p:nvPr/>
        </p:nvSpPr>
        <p:spPr>
          <a:xfrm>
            <a:off x="5764005" y="250571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7012_W14"/>
          <p:cNvSpPr/>
          <p:nvPr/>
        </p:nvSpPr>
        <p:spPr>
          <a:xfrm>
            <a:off x="576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0" name="T8012_W14"/>
          <p:cNvSpPr/>
          <p:nvPr/>
        </p:nvSpPr>
        <p:spPr>
          <a:xfrm>
            <a:off x="1183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0" name="R8050_W14"/>
          <p:cNvSpPr/>
          <p:nvPr/>
        </p:nvSpPr>
        <p:spPr>
          <a:xfrm>
            <a:off x="11836941" y="1072134"/>
            <a:ext cx="390000" cy="290000"/>
          </a:xfrm>
          <a:prstGeom prst="rect">
            <a:avLst/>
          </a:prstGeom>
          <a:solidFill>
            <a:srgbClr val="9BC5AB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0" name="T8051_W14"/>
          <p:cNvSpPr/>
          <p:nvPr/>
        </p:nvSpPr>
        <p:spPr>
          <a:xfrm>
            <a:off x="11828255" y="1072515"/>
            <a:ext cx="34671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1.3M</a:t>
            </a:r>
            <a:endParaRPr lang="zh-CN" sz="570" dirty="0"/>
          </a:p>
        </p:txBody>
      </p:sp>
      <p:sp>
        <p:nvSpPr>
          <p:cNvPr id="0" name="T8052_W14"/>
          <p:cNvSpPr/>
          <p:nvPr/>
        </p:nvSpPr>
        <p:spPr>
          <a:xfrm>
            <a:off x="1183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0" name="R8088_W14"/>
          <p:cNvSpPr/>
          <p:nvPr/>
        </p:nvSpPr>
        <p:spPr>
          <a:xfrm>
            <a:off x="11836941" y="1362134"/>
            <a:ext cx="390000" cy="290000"/>
          </a:xfrm>
          <a:prstGeom prst="rect">
            <a:avLst/>
          </a:prstGeom>
          <a:solidFill>
            <a:srgbClr val="808FA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8089_W14"/>
          <p:cNvSpPr/>
          <p:nvPr/>
        </p:nvSpPr>
        <p:spPr>
          <a:xfrm>
            <a:off x="1183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zh-CN" sz="570" dirty="0"/>
          </a:p>
        </p:txBody>
      </p:sp>
      <p:sp>
        <p:nvSpPr>
          <p:cNvPr id="0" name="R8126_W14"/>
          <p:cNvSpPr/>
          <p:nvPr/>
        </p:nvSpPr>
        <p:spPr>
          <a:xfrm>
            <a:off x="11836941" y="1652134"/>
            <a:ext cx="390000" cy="290000"/>
          </a:xfrm>
          <a:prstGeom prst="rect">
            <a:avLst/>
          </a:prstGeom>
          <a:solidFill>
            <a:srgbClr val="6FA9D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8127_W14"/>
          <p:cNvSpPr/>
          <p:nvPr/>
        </p:nvSpPr>
        <p:spPr>
          <a:xfrm>
            <a:off x="1183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0" name="R8164_W14"/>
          <p:cNvSpPr/>
          <p:nvPr/>
        </p:nvSpPr>
        <p:spPr>
          <a:xfrm>
            <a:off x="11836941" y="1942134"/>
            <a:ext cx="390000" cy="290000"/>
          </a:xfrm>
          <a:prstGeom prst="rect">
            <a:avLst/>
          </a:prstGeom>
          <a:solidFill>
            <a:srgbClr val="F7D5B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8165_W14"/>
          <p:cNvSpPr/>
          <p:nvPr/>
        </p:nvSpPr>
        <p:spPr>
          <a:xfrm>
            <a:off x="1183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dirty="0"/>
          </a:p>
        </p:txBody>
      </p:sp>
      <p:sp>
        <p:nvSpPr>
          <p:cNvPr id="0" name="R8186_W14"/>
          <p:cNvSpPr/>
          <p:nvPr/>
        </p:nvSpPr>
        <p:spPr>
          <a:xfrm>
            <a:off x="11836941" y="2232134"/>
            <a:ext cx="390000" cy="290000"/>
          </a:xfrm>
          <a:prstGeom prst="rect">
            <a:avLst/>
          </a:prstGeom>
          <a:solidFill>
            <a:srgbClr val="DDCAE7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0" name="T8187_W14"/>
          <p:cNvSpPr/>
          <p:nvPr/>
        </p:nvSpPr>
        <p:spPr>
          <a:xfrm>
            <a:off x="1183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0" name="T8223_W14"/>
          <p:cNvSpPr/>
          <p:nvPr/>
        </p:nvSpPr>
        <p:spPr>
          <a:xfrm>
            <a:off x="1183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0" name="R8262_W14"/>
          <p:cNvSpPr/>
          <p:nvPr/>
        </p:nvSpPr>
        <p:spPr>
          <a:xfrm>
            <a:off x="11836941" y="2812134"/>
            <a:ext cx="390000" cy="290000"/>
          </a:xfrm>
          <a:prstGeom prst="rect">
            <a:avLst/>
          </a:prstGeom>
          <a:solidFill>
            <a:srgbClr val="B6BBC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8263_W14"/>
          <p:cNvSpPr/>
          <p:nvPr/>
        </p:nvSpPr>
        <p:spPr>
          <a:xfrm>
            <a:off x="1183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dirty="0"/>
          </a:p>
        </p:txBody>
      </p:sp>
      <p:sp>
        <p:nvSpPr>
          <p:cNvPr id="0" name="R8182_W14"/>
          <p:cNvSpPr/>
          <p:nvPr/>
        </p:nvSpPr>
        <p:spPr>
          <a:xfrm>
            <a:off x="11837136" y="2522329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012_W14"/>
          <p:cNvSpPr/>
          <p:nvPr/>
        </p:nvSpPr>
        <p:spPr>
          <a:xfrm>
            <a:off x="57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0" name="R6050_W14"/>
          <p:cNvSpPr/>
          <p:nvPr/>
        </p:nvSpPr>
        <p:spPr>
          <a:xfrm>
            <a:off x="5729384" y="4151376"/>
            <a:ext cx="390000" cy="290000"/>
          </a:xfrm>
          <a:prstGeom prst="rect">
            <a:avLst/>
          </a:prstGeom>
          <a:solidFill>
            <a:srgbClr val="D7DCE4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052_W14"/>
          <p:cNvSpPr/>
          <p:nvPr/>
        </p:nvSpPr>
        <p:spPr>
          <a:xfrm>
            <a:off x="572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R6090_W14"/>
          <p:cNvSpPr/>
          <p:nvPr/>
        </p:nvSpPr>
        <p:spPr>
          <a:xfrm>
            <a:off x="5729384" y="4441376"/>
            <a:ext cx="390000" cy="290000"/>
          </a:xfrm>
          <a:prstGeom prst="rect">
            <a:avLst/>
          </a:prstGeom>
          <a:solidFill>
            <a:srgbClr val="83B79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091_W14"/>
          <p:cNvSpPr/>
          <p:nvPr/>
        </p:nvSpPr>
        <p:spPr>
          <a:xfrm>
            <a:off x="573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3.1M</a:t>
            </a:r>
            <a:endParaRPr lang="zh-CN" sz="570" dirty="0"/>
          </a:p>
        </p:txBody>
      </p:sp>
      <p:sp>
        <p:nvSpPr>
          <p:cNvPr id="0" name="T6092_W14"/>
          <p:cNvSpPr/>
          <p:nvPr/>
        </p:nvSpPr>
        <p:spPr>
          <a:xfrm>
            <a:off x="572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0" name="R6126_W14"/>
          <p:cNvSpPr/>
          <p:nvPr/>
        </p:nvSpPr>
        <p:spPr>
          <a:xfrm>
            <a:off x="5729384" y="4731376"/>
            <a:ext cx="390000" cy="290000"/>
          </a:xfrm>
          <a:prstGeom prst="rect">
            <a:avLst/>
          </a:prstGeom>
          <a:solidFill>
            <a:srgbClr val="F9DDC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127_W14"/>
          <p:cNvSpPr/>
          <p:nvPr/>
        </p:nvSpPr>
        <p:spPr>
          <a:xfrm>
            <a:off x="572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b="1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T6128_W14"/>
          <p:cNvSpPr/>
          <p:nvPr/>
        </p:nvSpPr>
        <p:spPr>
          <a:xfrm>
            <a:off x="572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R6164_W14"/>
          <p:cNvSpPr/>
          <p:nvPr/>
        </p:nvSpPr>
        <p:spPr>
          <a:xfrm>
            <a:off x="5729384" y="5021376"/>
            <a:ext cx="390000" cy="290000"/>
          </a:xfrm>
          <a:prstGeom prst="rect">
            <a:avLst/>
          </a:prstGeom>
          <a:solidFill>
            <a:srgbClr val="C8DEED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165_W14"/>
          <p:cNvSpPr/>
          <p:nvPr/>
        </p:nvSpPr>
        <p:spPr>
          <a:xfrm>
            <a:off x="572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b="1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T6166_W14"/>
          <p:cNvSpPr/>
          <p:nvPr/>
        </p:nvSpPr>
        <p:spPr>
          <a:xfrm>
            <a:off x="5723365" y="5195570"/>
            <a:ext cx="389890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R6188_W14"/>
          <p:cNvSpPr/>
          <p:nvPr/>
        </p:nvSpPr>
        <p:spPr>
          <a:xfrm>
            <a:off x="5729384" y="5311376"/>
            <a:ext cx="390000" cy="290000"/>
          </a:xfrm>
          <a:prstGeom prst="rect">
            <a:avLst/>
          </a:prstGeom>
          <a:solidFill>
            <a:srgbClr val="E7D9EE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189_W14"/>
          <p:cNvSpPr/>
          <p:nvPr/>
        </p:nvSpPr>
        <p:spPr>
          <a:xfrm>
            <a:off x="572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1.2M</a:t>
            </a:r>
            <a:endParaRPr lang="zh-CN" sz="570" b="1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T6190_W14"/>
          <p:cNvSpPr/>
          <p:nvPr/>
        </p:nvSpPr>
        <p:spPr>
          <a:xfrm>
            <a:off x="5723669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0" name="R6220_W14"/>
          <p:cNvSpPr/>
          <p:nvPr/>
        </p:nvSpPr>
        <p:spPr>
          <a:xfrm>
            <a:off x="5729384" y="5601376"/>
            <a:ext cx="390000" cy="290000"/>
          </a:xfrm>
          <a:prstGeom prst="rect">
            <a:avLst/>
          </a:prstGeom>
          <a:solidFill>
            <a:srgbClr val="C9D1DB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221_W14"/>
          <p:cNvSpPr/>
          <p:nvPr/>
        </p:nvSpPr>
        <p:spPr>
          <a:xfrm>
            <a:off x="572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3.2M</a:t>
            </a:r>
            <a:endParaRPr lang="zh-CN" sz="570" dirty="0"/>
          </a:p>
        </p:txBody>
      </p:sp>
      <p:sp>
        <p:nvSpPr>
          <p:cNvPr id="0" name="T6222_W14"/>
          <p:cNvSpPr/>
          <p:nvPr/>
        </p:nvSpPr>
        <p:spPr>
          <a:xfrm>
            <a:off x="572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/>
          </a:p>
        </p:txBody>
      </p:sp>
      <p:sp>
        <p:nvSpPr>
          <p:cNvPr id="0" name="R6260_W14"/>
          <p:cNvSpPr/>
          <p:nvPr/>
        </p:nvSpPr>
        <p:spPr>
          <a:xfrm>
            <a:off x="5729384" y="5891376"/>
            <a:ext cx="390000" cy="290000"/>
          </a:xfrm>
          <a:prstGeom prst="rect">
            <a:avLst/>
          </a:prstGeom>
          <a:solidFill>
            <a:srgbClr val="1A1A2E">
              <a:alpha val="7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0" name="T6261_W14"/>
          <p:cNvSpPr/>
          <p:nvPr/>
        </p:nvSpPr>
        <p:spPr>
          <a:xfrm>
            <a:off x="572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dirty="0"/>
          </a:p>
        </p:txBody>
      </p:sp>
      <p:sp>
        <p:nvSpPr>
          <p:cNvPr id="0" name="T6262_W14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/>
          </a:p>
        </p:txBody>
      </p:sp>
      <p:sp>
        <p:nvSpPr>
          <p:cNvPr id="82" name="R7086"/>
          <p:cNvSpPr/>
          <p:nvPr/>
        </p:nvSpPr>
        <p:spPr>
          <a:xfrm>
            <a:off x="5761168" y="133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" name="T7087"/>
          <p:cNvSpPr/>
          <p:nvPr/>
        </p:nvSpPr>
        <p:spPr>
          <a:xfrm>
            <a:off x="576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84" name="T7088"/>
          <p:cNvSpPr/>
          <p:nvPr/>
        </p:nvSpPr>
        <p:spPr>
          <a:xfrm>
            <a:off x="576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122" name="R7126"/>
          <p:cNvSpPr/>
          <p:nvPr/>
        </p:nvSpPr>
        <p:spPr>
          <a:xfrm>
            <a:off x="5761168" y="1622670"/>
            <a:ext cx="390000" cy="290000"/>
          </a:xfrm>
          <a:prstGeom prst="rect">
            <a:avLst/>
          </a:prstGeom>
          <a:solidFill>
            <a:srgbClr val="374151">
              <a:alpha val="38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3" name="T7127"/>
          <p:cNvSpPr/>
          <p:nvPr/>
        </p:nvSpPr>
        <p:spPr>
          <a:xfrm>
            <a:off x="5761168" y="162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zh-CN" sz="570" dirty="0"/>
          </a:p>
        </p:txBody>
      </p:sp>
      <p:sp>
        <p:nvSpPr>
          <p:cNvPr id="124" name="T7128"/>
          <p:cNvSpPr/>
          <p:nvPr/>
        </p:nvSpPr>
        <p:spPr>
          <a:xfrm>
            <a:off x="576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</a:t>
            </a:r>
            <a:endParaRPr lang="zh-CN" sz="500" dirty="0"/>
          </a:p>
        </p:txBody>
      </p:sp>
      <p:sp>
        <p:nvSpPr>
          <p:cNvPr id="322" name="R7033"/>
          <p:cNvSpPr/>
          <p:nvPr/>
        </p:nvSpPr>
        <p:spPr>
          <a:xfrm>
            <a:off x="5767603" y="104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3" name="R7033"/>
          <p:cNvSpPr/>
          <p:nvPr/>
        </p:nvSpPr>
        <p:spPr>
          <a:xfrm>
            <a:off x="5770990" y="1922145"/>
            <a:ext cx="386715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4" name="R7033"/>
          <p:cNvSpPr/>
          <p:nvPr/>
        </p:nvSpPr>
        <p:spPr>
          <a:xfrm>
            <a:off x="5774165" y="221107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5" name="R7250"/>
          <p:cNvSpPr/>
          <p:nvPr/>
        </p:nvSpPr>
        <p:spPr>
          <a:xfrm>
            <a:off x="5761363" y="2783940"/>
            <a:ext cx="390000" cy="290000"/>
          </a:xfrm>
          <a:prstGeom prst="rect">
            <a:avLst/>
          </a:prstGeom>
          <a:solidFill>
            <a:srgbClr val="374151">
              <a:alpha val="2307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6" name="T7251"/>
          <p:cNvSpPr/>
          <p:nvPr/>
        </p:nvSpPr>
        <p:spPr>
          <a:xfrm>
            <a:off x="5761363" y="278394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en-US" alt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zh-CN" sz="57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dirty="0"/>
          </a:p>
        </p:txBody>
      </p:sp>
      <p:sp>
        <p:nvSpPr>
          <p:cNvPr id="327" name="T7252"/>
          <p:cNvSpPr/>
          <p:nvPr/>
        </p:nvSpPr>
        <p:spPr>
          <a:xfrm>
            <a:off x="5761363" y="295794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r>
              <a:rPr lang="en-US" alt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r>
              <a:rPr lang="zh-CN" sz="5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/>
          </a:p>
        </p:txBody>
      </p:sp>
      <p:sp>
        <p:nvSpPr>
          <p:cNvPr id="328" name="R7033"/>
          <p:cNvSpPr/>
          <p:nvPr/>
        </p:nvSpPr>
        <p:spPr>
          <a:xfrm>
            <a:off x="5764005" y="2505710"/>
            <a:ext cx="377190" cy="290195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41" name="T7012"/>
          <p:cNvSpPr/>
          <p:nvPr/>
        </p:nvSpPr>
        <p:spPr>
          <a:xfrm>
            <a:off x="5761168" y="841248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734" name="T6091"/>
          <p:cNvSpPr/>
          <p:nvPr/>
        </p:nvSpPr>
        <p:spPr>
          <a:xfrm>
            <a:off x="573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4.8M</a:t>
            </a:r>
            <a:endParaRPr lang="zh-CN" sz="570" dirty="0"/>
          </a:p>
        </p:txBody>
      </p:sp>
      <p:sp>
        <p:nvSpPr>
          <p:cNvPr id="703" name="Text 701"/>
          <p:cNvSpPr/>
          <p:nvPr/>
        </p:nvSpPr>
        <p:spPr>
          <a:xfrm>
            <a:off x="1182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82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82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82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82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82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82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82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354" name="T8012"/>
          <p:cNvSpPr/>
          <p:nvPr/>
        </p:nvSpPr>
        <p:spPr>
          <a:xfrm>
            <a:off x="1183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392" name="R8050"/>
          <p:cNvSpPr/>
          <p:nvPr/>
        </p:nvSpPr>
        <p:spPr>
          <a:xfrm>
            <a:off x="11836941" y="1072134"/>
            <a:ext cx="390000" cy="290000"/>
          </a:xfrm>
          <a:prstGeom prst="rect">
            <a:avLst/>
          </a:prstGeom>
          <a:solidFill>
            <a:srgbClr val="9BC5AB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393" name="T8051"/>
          <p:cNvSpPr/>
          <p:nvPr/>
        </p:nvSpPr>
        <p:spPr>
          <a:xfrm>
            <a:off x="11828255" y="1072515"/>
            <a:ext cx="34671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4.0M</a:t>
            </a:r>
            <a:endParaRPr lang="zh-CN" sz="570" dirty="0"/>
          </a:p>
        </p:txBody>
      </p:sp>
      <p:sp>
        <p:nvSpPr>
          <p:cNvPr id="394" name="T8052"/>
          <p:cNvSpPr/>
          <p:nvPr/>
        </p:nvSpPr>
        <p:spPr>
          <a:xfrm>
            <a:off x="1183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</a:t>
            </a:r>
            <a:endParaRPr lang="zh-CN" sz="500" dirty="0"/>
          </a:p>
        </p:txBody>
      </p:sp>
      <p:sp>
        <p:nvSpPr>
          <p:cNvPr id="430" name="R8088"/>
          <p:cNvSpPr/>
          <p:nvPr/>
        </p:nvSpPr>
        <p:spPr>
          <a:xfrm>
            <a:off x="11836941" y="1362134"/>
            <a:ext cx="390000" cy="290000"/>
          </a:xfrm>
          <a:prstGeom prst="rect">
            <a:avLst/>
          </a:prstGeom>
          <a:solidFill>
            <a:srgbClr val="808FA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1" name="T8089"/>
          <p:cNvSpPr/>
          <p:nvPr/>
        </p:nvSpPr>
        <p:spPr>
          <a:xfrm>
            <a:off x="11836941" y="136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4.3M</a:t>
            </a:r>
            <a:endParaRPr lang="zh-CN" sz="570" dirty="0"/>
          </a:p>
        </p:txBody>
      </p:sp>
      <p:sp>
        <p:nvSpPr>
          <p:cNvPr id="468" name="R8126"/>
          <p:cNvSpPr/>
          <p:nvPr/>
        </p:nvSpPr>
        <p:spPr>
          <a:xfrm>
            <a:off x="11836941" y="1652134"/>
            <a:ext cx="390000" cy="290000"/>
          </a:xfrm>
          <a:prstGeom prst="rect">
            <a:avLst/>
          </a:prstGeom>
          <a:solidFill>
            <a:srgbClr val="6FA9D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69" name="T8127"/>
          <p:cNvSpPr/>
          <p:nvPr/>
        </p:nvSpPr>
        <p:spPr>
          <a:xfrm>
            <a:off x="1183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6.0M</a:t>
            </a:r>
            <a:endParaRPr lang="zh-CN" sz="570" dirty="0"/>
          </a:p>
        </p:txBody>
      </p:sp>
      <p:sp>
        <p:nvSpPr>
          <p:cNvPr id="509" name="R8164"/>
          <p:cNvSpPr/>
          <p:nvPr/>
        </p:nvSpPr>
        <p:spPr>
          <a:xfrm>
            <a:off x="11836941" y="1942134"/>
            <a:ext cx="390000" cy="290000"/>
          </a:xfrm>
          <a:prstGeom prst="rect">
            <a:avLst/>
          </a:prstGeom>
          <a:solidFill>
            <a:srgbClr val="F7D5B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0" name="T8165"/>
          <p:cNvSpPr/>
          <p:nvPr/>
        </p:nvSpPr>
        <p:spPr>
          <a:xfrm>
            <a:off x="1183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zh-CN" sz="570" dirty="0"/>
          </a:p>
        </p:txBody>
      </p:sp>
      <p:sp>
        <p:nvSpPr>
          <p:cNvPr id="531" name="R8186"/>
          <p:cNvSpPr/>
          <p:nvPr/>
        </p:nvSpPr>
        <p:spPr>
          <a:xfrm>
            <a:off x="11836941" y="2232134"/>
            <a:ext cx="390000" cy="290000"/>
          </a:xfrm>
          <a:prstGeom prst="rect">
            <a:avLst/>
          </a:prstGeom>
          <a:solidFill>
            <a:srgbClr val="DDCAE7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32" name="T8187"/>
          <p:cNvSpPr/>
          <p:nvPr/>
        </p:nvSpPr>
        <p:spPr>
          <a:xfrm>
            <a:off x="11836941" y="223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dirty="0"/>
          </a:p>
        </p:txBody>
      </p:sp>
      <p:sp>
        <p:nvSpPr>
          <p:cNvPr id="533" name="T8188"/>
          <p:cNvSpPr/>
          <p:nvPr/>
        </p:nvSpPr>
        <p:spPr>
          <a:xfrm>
            <a:off x="11825511" y="240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/>
          </a:p>
        </p:txBody>
      </p:sp>
      <p:sp>
        <p:nvSpPr>
          <p:cNvPr id="567" name="T8223"/>
          <p:cNvSpPr/>
          <p:nvPr/>
        </p:nvSpPr>
        <p:spPr>
          <a:xfrm>
            <a:off x="11836941" y="252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sz="570" dirty="0"/>
          </a:p>
        </p:txBody>
      </p:sp>
      <p:sp>
        <p:nvSpPr>
          <p:cNvPr id="605" name="R8262"/>
          <p:cNvSpPr/>
          <p:nvPr/>
        </p:nvSpPr>
        <p:spPr>
          <a:xfrm>
            <a:off x="11836941" y="2812134"/>
            <a:ext cx="390000" cy="290000"/>
          </a:xfrm>
          <a:prstGeom prst="rect">
            <a:avLst/>
          </a:prstGeom>
          <a:solidFill>
            <a:srgbClr val="B6BBC0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06" name="T8263"/>
          <p:cNvSpPr/>
          <p:nvPr/>
        </p:nvSpPr>
        <p:spPr>
          <a:xfrm>
            <a:off x="11836941" y="281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zh-CN" sz="570" dirty="0"/>
          </a:p>
        </p:txBody>
      </p:sp>
      <p:sp>
        <p:nvSpPr>
          <p:cNvPr id="607" name="T8264"/>
          <p:cNvSpPr/>
          <p:nvPr/>
        </p:nvSpPr>
        <p:spPr>
          <a:xfrm>
            <a:off x="11848371" y="298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zh-CN" sz="500" dirty="0"/>
          </a:p>
        </p:txBody>
      </p:sp>
      <p:sp>
        <p:nvSpPr>
          <p:cNvPr id="608" name="R8182"/>
          <p:cNvSpPr/>
          <p:nvPr/>
        </p:nvSpPr>
        <p:spPr>
          <a:xfrm>
            <a:off x="11837136" y="2522329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1" name="T6012"/>
          <p:cNvSpPr/>
          <p:nvPr/>
        </p:nvSpPr>
        <p:spPr>
          <a:xfrm>
            <a:off x="57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659" name="R6050"/>
          <p:cNvSpPr/>
          <p:nvPr/>
        </p:nvSpPr>
        <p:spPr>
          <a:xfrm>
            <a:off x="5729384" y="4151376"/>
            <a:ext cx="390000" cy="290000"/>
          </a:xfrm>
          <a:prstGeom prst="rect">
            <a:avLst/>
          </a:prstGeom>
          <a:solidFill>
            <a:srgbClr val="D7DCE4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0" name="T6051"/>
          <p:cNvSpPr/>
          <p:nvPr/>
        </p:nvSpPr>
        <p:spPr>
          <a:xfrm>
            <a:off x="5712239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7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1" name="T6052"/>
          <p:cNvSpPr/>
          <p:nvPr/>
        </p:nvSpPr>
        <p:spPr>
          <a:xfrm>
            <a:off x="572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zh-CN" sz="5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99" name="R6090"/>
          <p:cNvSpPr/>
          <p:nvPr/>
        </p:nvSpPr>
        <p:spPr>
          <a:xfrm>
            <a:off x="5729384" y="4441376"/>
            <a:ext cx="390000" cy="290000"/>
          </a:xfrm>
          <a:prstGeom prst="rect">
            <a:avLst/>
          </a:prstGeom>
          <a:solidFill>
            <a:srgbClr val="83B79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34" name="T6091"/>
          <p:cNvSpPr/>
          <p:nvPr/>
        </p:nvSpPr>
        <p:spPr>
          <a:xfrm>
            <a:off x="573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4.1M</a:t>
            </a:r>
            <a:endParaRPr lang="zh-CN" sz="570" dirty="0"/>
          </a:p>
        </p:txBody>
      </p:sp>
      <p:sp>
        <p:nvSpPr>
          <p:cNvPr id="735" name="T6092"/>
          <p:cNvSpPr/>
          <p:nvPr/>
        </p:nvSpPr>
        <p:spPr>
          <a:xfrm>
            <a:off x="5729384" y="461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11件</a:t>
            </a:r>
            <a:endParaRPr lang="zh-CN" sz="500" dirty="0"/>
          </a:p>
        </p:txBody>
      </p:sp>
      <p:sp>
        <p:nvSpPr>
          <p:cNvPr id="769" name="R6126"/>
          <p:cNvSpPr/>
          <p:nvPr/>
        </p:nvSpPr>
        <p:spPr>
          <a:xfrm>
            <a:off x="5729384" y="4731376"/>
            <a:ext cx="390000" cy="290000"/>
          </a:xfrm>
          <a:prstGeom prst="rect">
            <a:avLst/>
          </a:prstGeom>
          <a:solidFill>
            <a:srgbClr val="F9DDC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70" name="T6127"/>
          <p:cNvSpPr/>
          <p:nvPr/>
        </p:nvSpPr>
        <p:spPr>
          <a:xfrm>
            <a:off x="572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b="1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71" name="T6128"/>
          <p:cNvSpPr/>
          <p:nvPr/>
        </p:nvSpPr>
        <p:spPr>
          <a:xfrm>
            <a:off x="5729384" y="490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EA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>
              <a:solidFill>
                <a:srgbClr val="EA7E2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07" name="R6164"/>
          <p:cNvSpPr/>
          <p:nvPr/>
        </p:nvSpPr>
        <p:spPr>
          <a:xfrm>
            <a:off x="5729384" y="5021376"/>
            <a:ext cx="390000" cy="290000"/>
          </a:xfrm>
          <a:prstGeom prst="rect">
            <a:avLst/>
          </a:prstGeom>
          <a:solidFill>
            <a:srgbClr val="C8DEED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08" name="T6165"/>
          <p:cNvSpPr/>
          <p:nvPr/>
        </p:nvSpPr>
        <p:spPr>
          <a:xfrm>
            <a:off x="572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0.5M</a:t>
            </a:r>
            <a:endParaRPr lang="zh-CN" sz="570" b="1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09" name="T6166"/>
          <p:cNvSpPr/>
          <p:nvPr/>
        </p:nvSpPr>
        <p:spPr>
          <a:xfrm>
            <a:off x="5723365" y="5195570"/>
            <a:ext cx="389890" cy="116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70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>
              <a:solidFill>
                <a:srgbClr val="7080B9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1" name="R6188"/>
          <p:cNvSpPr/>
          <p:nvPr/>
        </p:nvSpPr>
        <p:spPr>
          <a:xfrm>
            <a:off x="5729384" y="5311376"/>
            <a:ext cx="390000" cy="290000"/>
          </a:xfrm>
          <a:prstGeom prst="rect">
            <a:avLst/>
          </a:prstGeom>
          <a:solidFill>
            <a:srgbClr val="E7D9EE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32" name="T6189"/>
          <p:cNvSpPr/>
          <p:nvPr/>
        </p:nvSpPr>
        <p:spPr>
          <a:xfrm>
            <a:off x="5729384" y="531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zh-CN" sz="570" b="1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3" name="T6190"/>
          <p:cNvSpPr/>
          <p:nvPr/>
        </p:nvSpPr>
        <p:spPr>
          <a:xfrm>
            <a:off x="5723669" y="548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1件</a:t>
            </a:r>
            <a:endParaRPr lang="zh-CN" sz="500" dirty="0">
              <a:solidFill>
                <a:srgbClr val="8E44A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63" name="R6220"/>
          <p:cNvSpPr/>
          <p:nvPr/>
        </p:nvSpPr>
        <p:spPr>
          <a:xfrm>
            <a:off x="5729384" y="5601376"/>
            <a:ext cx="390000" cy="290000"/>
          </a:xfrm>
          <a:prstGeom prst="rect">
            <a:avLst/>
          </a:prstGeom>
          <a:solidFill>
            <a:srgbClr val="C9D1DB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64" name="T6221"/>
          <p:cNvSpPr/>
          <p:nvPr/>
        </p:nvSpPr>
        <p:spPr>
          <a:xfrm>
            <a:off x="572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865" name="T6222"/>
          <p:cNvSpPr/>
          <p:nvPr/>
        </p:nvSpPr>
        <p:spPr>
          <a:xfrm>
            <a:off x="5729384" y="577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903" name="R6260"/>
          <p:cNvSpPr/>
          <p:nvPr/>
        </p:nvSpPr>
        <p:spPr>
          <a:xfrm>
            <a:off x="5729384" y="5891376"/>
            <a:ext cx="390000" cy="290000"/>
          </a:xfrm>
          <a:prstGeom prst="rect">
            <a:avLst/>
          </a:prstGeom>
          <a:solidFill>
            <a:srgbClr val="1A1A2E">
              <a:alpha val="75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4" name="T6261"/>
          <p:cNvSpPr/>
          <p:nvPr/>
        </p:nvSpPr>
        <p:spPr>
          <a:xfrm>
            <a:off x="5729384" y="589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zh-CN" sz="57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endParaRPr lang="en-US" sz="850" dirty="0">
              <a:solidFill>
                <a:srgbClr val="374151"/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</a:rPr>
              <a:t>姜通+战略合作（唯思）合计贡献批核APE </a:t>
            </a:r>
            <a:r>
              <a:rPr lang="en-US" sz="850" b="1" dirty="0">
                <a:solidFill>
                  <a:srgbClr val="4A235A"/>
                </a:solidFill>
              </a:rPr>
              <a:t>71.3%</a:t>
            </a:r>
            <a:r>
              <a:rPr lang="en-US" sz="850" dirty="0">
                <a:solidFill>
                  <a:srgbClr val="374151"/>
                </a:solidFill>
              </a:rPr>
              <a:t>，但模式迥异：叶一舟「大单驱动型」件均APE≈</a:t>
            </a:r>
            <a:r>
              <a:rPr lang="en-US" sz="850" b="1" dirty="0">
                <a:solidFill>
                  <a:srgbClr val="00796B"/>
                </a:solidFill>
              </a:rPr>
              <a:t>323万</a:t>
            </a:r>
            <a:r>
              <a:rPr lang="en-US" sz="850" dirty="0">
                <a:solidFill>
                  <a:srgbClr val="374151"/>
                </a:solidFill>
              </a:rPr>
              <a:t>；姜通「流量驱动型」</a:t>
            </a:r>
            <a:r>
              <a:rPr lang="en-US" sz="850" b="1" dirty="0">
                <a:solidFill>
                  <a:srgbClr val="F5A623"/>
                </a:solidFill>
              </a:rPr>
              <a:t>227件</a:t>
            </a:r>
            <a:r>
              <a:rPr lang="en-US" sz="850" dirty="0">
                <a:solidFill>
                  <a:srgbClr val="374151"/>
                </a:solidFill>
              </a:rPr>
              <a:t>为全场最高。须差异化管理策略。</a:t>
            </a:r>
            <a:endParaRPr lang="en-US" sz="850" dirty="0"/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EGA批核率高达 </a:t>
            </a:r>
            <a:r>
              <a:rPr lang="en-US" sz="850" b="1" dirty="0">
                <a:solidFill>
                  <a:srgbClr val="00796B"/>
                </a:solidFill>
                <a:sym typeface="+mn-ea"/>
              </a:rPr>
              <a:t>0.48M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，几乎无坏单；唯思批核率仅 </a:t>
            </a:r>
            <a:r>
              <a:rPr lang="en-US" sz="850" b="1" dirty="0">
                <a:solidFill>
                  <a:srgbClr val="C0392B"/>
                </a:solidFill>
                <a:sym typeface="+mn-ea"/>
              </a:rPr>
              <a:t>71%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（未批核6.8M）；松石/万城批核率 </a:t>
            </a:r>
            <a:r>
              <a:rPr lang="en-US" sz="850" b="1" dirty="0">
                <a:solidFill>
                  <a:srgbClr val="C0392B"/>
                </a:solidFill>
                <a:sym typeface="+mn-ea"/>
              </a:rPr>
              <a:t>0</a:t>
            </a:r>
            <a:r>
              <a:rPr lang="en-US" sz="850" dirty="0">
                <a:solidFill>
                  <a:srgbClr val="374151"/>
                </a:solidFill>
                <a:sym typeface="+mn-ea"/>
              </a:rPr>
              <a:t>，须优先排查件质量问题。EGA 4件/27.24M件均最高，唯思61件为量最多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W13（4月初）同行批核10.05M/32件显著回升——紫荊（2.69M）+唯思（1.86M）+万森（1.37M）贡献集中。签单7.55M/21件稳健，前端尚在蓄力。预约3.58M/12件为节后低位，4月中旬须恢复至5M+节奏。</a:t>
            </a:r>
            <a:endParaRPr lang="en-US" sz="800" dirty="0"/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</a:t>
            </a:r>
            <a:endParaRPr lang="en-US" sz="850" b="1" dirty="0">
              <a:solidFill>
                <a:srgbClr val="B45309"/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</a:rPr>
              <a:t>  3月预约总量飙升至 </a:t>
            </a:r>
            <a:r>
              <a:rPr lang="en-US" sz="850" b="1" dirty="0">
                <a:solidFill>
                  <a:srgbClr val="B45309"/>
                </a:solidFill>
              </a:rPr>
              <a:t>4,559万</a:t>
            </a:r>
            <a:r>
              <a:rPr lang="en-US" sz="850" dirty="0">
                <a:solidFill>
                  <a:srgbClr val="374151"/>
                </a:solidFill>
              </a:rPr>
              <a:t>，天誉国际从235万暴涨至 </a:t>
            </a:r>
            <a:r>
              <a:rPr lang="en-US" sz="850" b="1" dirty="0">
                <a:solidFill>
                  <a:srgbClr val="B45309"/>
                </a:solidFill>
              </a:rPr>
              <a:t>699万</a:t>
            </a:r>
            <a:r>
              <a:rPr lang="en-US" sz="850" dirty="0">
                <a:solidFill>
                  <a:srgbClr val="374151"/>
                </a:solidFill>
              </a:rPr>
              <a:t>（+198%）。然而3月总签单仅3,942万，大量预约仍处「待结」状态。4月初将面临天誉国际 </a:t>
            </a:r>
            <a:r>
              <a:rPr lang="en-US" sz="850" b="1" dirty="0">
                <a:solidFill>
                  <a:srgbClr val="C0392B"/>
                </a:solidFill>
              </a:rPr>
              <a:t>27件</a:t>
            </a:r>
            <a:r>
              <a:rPr lang="en-US" sz="850" dirty="0">
                <a:solidFill>
                  <a:srgbClr val="374151"/>
                </a:solidFill>
              </a:rPr>
              <a:t> 新增预约的集中转化压力，需紧密追踪。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预约：Q1民生21.3M/平安15.1M，3月民生10.5M创季度新高；4月归零，Q2开局动能待修复。签单：4月民生3.51M/6件+平安0.78M/1件，Mar积压件持续转化，Q2批核弹药充足。批核：Feb民生84.8M（61件）为Q1峰值，Mar回落至44.5M仍处高位；未批核63.5M（55件）预计Q2上半段持续释放，是达成全年目标的核心抓手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</a:t>
            </a:r>
            <a:r>
              <a:rPr lang="en-US" sz="850" dirty="0">
                <a:solidFill>
                  <a:srgbClr val="374151"/>
                </a:solidFill>
              </a:rPr>
              <a:t>  </a:t>
            </a:r>
            <a:endParaRPr lang="en-US" sz="850" dirty="0">
              <a:solidFill>
                <a:srgbClr val="374151"/>
              </a:solidFill>
            </a:endParaRPr>
          </a:p>
          <a:p>
            <a:pPr marL="0" indent="0">
              <a:buNone/>
            </a:pPr>
            <a:r>
              <a:rPr lang="en-US" altLang="zh-CN" sz="850" dirty="0"/>
              <a:t>YTD 批核 227.6M 达成 113.8%；未批核 28.6M 构成 Q2 储量；本月签单 8.97M，需修复预约动能</a:t>
            </a:r>
            <a:r>
              <a:rPr lang="zh-CN" altLang="en-US" sz="850" dirty="0"/>
              <a:t/>
            </a:r>
            <a:r>
              <a:rPr lang="en-US" altLang="zh-CN" sz="850" dirty="0"/>
              <a:t/>
            </a:r>
            <a:r>
              <a:rPr lang="zh-CN" altLang="en-US" sz="850" dirty="0"/>
              <a:t/>
            </a:r>
            <a:r>
              <a:rPr lang="en-US" altLang="zh-CN" sz="850" dirty="0"/>
              <a:t/>
            </a:r>
            <a:r>
              <a:rPr lang="zh-CN" altLang="en-US" sz="850" dirty="0"/>
              <a:t/>
            </a:r>
            <a:r>
              <a:rPr lang="en-US" altLang="zh-CN" sz="850" dirty="0"/>
              <a:t/>
            </a:r>
            <a:r>
              <a:rPr lang="zh-CN" altLang="en-US" sz="850" dirty="0"/>
              <a:t/>
            </a:r>
            <a:r>
              <a:rPr lang="en-US" altLang="zh-CN" sz="850" dirty="0"/>
              <a:t/>
            </a:r>
            <a:r>
              <a:rPr lang="zh-CN" altLang="en-US" sz="850" dirty="0"/>
              <a:t/>
            </a:r>
            <a:r>
              <a:rPr lang="en-US" altLang="zh-CN" sz="850" dirty="0"/>
              <a:t/>
            </a:r>
            <a:r>
              <a:rPr lang="zh-CN" altLang="en-US" sz="850" dirty="0"/>
              <a:t/>
            </a:r>
            <a:endParaRPr lang="zh-CN" altLang="en-US" sz="850" dirty="0"/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银行 W28：民生 + 平安合计 签单 4.29M/7件、批核 0.00M/0件、预约 2.73M/4件。未批核 28.6M（37件）是 Q2 批核的核心储量。</a:t>
            </a:r>
            <a:endParaRPr lang="en-US" sz="7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00" b="0" dirty="0">
                <a:solidFill>
                  <a:srgbClr val="374151"/>
                </a:solidFill>
                <a:uFillTx/>
                <a:latin typeface="Calibri" panose="020F0502020204030204" pitchFamily="34" charset="0"/>
                <a:ea typeface="Calibri" panose="020F0502020204030204" pitchFamily="34" charset="-122"/>
              </a:rPr>
              <a:t> W08批核峰值46.9M为全年迄今最高单周，由民生大额集中放款驱动，非可持续常态。W11批核35.96M为第二峰，显示积压件的波动性清转模式。W12批核5.85M回落至正常区间——批核高峰期已过，预示4月起进入「新增件匀速消化」阶段。预约端W12 1.95M偏低，但3月末整体预约回升，Q2前端动能已蓄积。核心行动：推动平安银行尽快递交新件，并密切跟进民生未批核63.5M（55件）的清转时间节点。</a:t>
            </a:r>
            <a:endParaRPr lang="zh-CN" sz="700" b="0" dirty="0">
              <a:solidFill>
                <a:srgbClr val="374151"/>
              </a:solidFill>
              <a:uFillTx/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民生广州以29.3M居榜首，平安香港28.8M紧随（唯一跻身前五的非民生分行），件均高达221.5万，大额单效率突出。前四行（广州/平安港/上海/南京）合计105.9M，占总批核62%，头部集中度显著。民生北京及以下14行合计45.0M（占28%），中尾部产能释放空间大；Q2建议重点推动北京、杭州加快新件递交，拉齐头部节奏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  <a:p>
            <a:pPr marL="0" indent="0">
              <a:buNone/>
            </a:pPr>
            <a:r>
              <a:rPr lang="zh-CN" sz="780" b="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