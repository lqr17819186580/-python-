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3"/>
    <p:sldId id="278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42.7</c:v>
                </c:pt>
                <c:pt idx="1">
                  <c:v>39.39</c:v>
                </c:pt>
                <c:pt idx="2">
                  <c:v>34.91</c:v>
                </c:pt>
                <c:pt idx="3">
                  <c:v>27.82</c:v>
                </c:pt>
                <c:pt idx="4">
                  <c:v>27.18</c:v>
                </c:pt>
                <c:pt idx="5">
                  <c:v>25.92</c:v>
                </c:pt>
                <c:pt idx="6">
                  <c:v>19.38</c:v>
                </c:pt>
                <c:pt idx="7">
                  <c:v>18.86</c:v>
                </c:pt>
                <c:pt idx="8">
                  <c:v>12.48</c:v>
                </c:pt>
                <c:pt idx="9">
                  <c:v>8.35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8.93</c:v>
                </c:pt>
                <c:pt idx="1">
                  <c:v>5.77</c:v>
                </c:pt>
                <c:pt idx="2">
                  <c:v>4.54</c:v>
                </c:pt>
                <c:pt idx="3">
                  <c:v>1.01</c:v>
                </c:pt>
                <c:pt idx="4">
                  <c:v>2.38</c:v>
                </c:pt>
                <c:pt idx="5">
                  <c:v>3.02</c:v>
                </c:pt>
                <c:pt idx="6">
                  <c:v>23.97</c:v>
                </c:pt>
                <c:pt idx="7">
                  <c:v>0.78</c:v>
                </c:pt>
                <c:pt idx="8">
                  <c:v>0.0</c:v>
                </c:pt>
                <c:pt idx="9">
                  <c:v>1.27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1.74</c:v>
                </c:pt>
                <c:pt idx="1">
                  <c:v>1.87</c:v>
                </c:pt>
                <c:pt idx="2">
                  <c:v>0.96</c:v>
                </c:pt>
                <c:pt idx="3">
                  <c:v>0.0</c:v>
                </c:pt>
                <c:pt idx="4">
                  <c:v>0.28</c:v>
                </c:pt>
                <c:pt idx="5">
                  <c:v>0.0</c:v>
                </c:pt>
                <c:pt idx="6">
                  <c:v>9.24</c:v>
                </c:pt>
                <c:pt idx="7">
                  <c:v>0.78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tags" Target="../tags/tag56.xml"/><Relationship Id="rId4" Type="http://schemas.openxmlformats.org/officeDocument/2006/relationships/tags" Target="../tags/tag57.xml"/><Relationship Id="rId5" Type="http://schemas.openxmlformats.org/officeDocument/2006/relationships/tags" Target="../tags/tag58.xml"/><Relationship Id="rId6" Type="http://schemas.openxmlformats.org/officeDocument/2006/relationships/tags" Target="../tags/tag59.xml"/><Relationship Id="rId7" Type="http://schemas.openxmlformats.org/officeDocument/2006/relationships/tags" Target="../tags/tag60.xml"/><Relationship Id="rId8" Type="http://schemas.openxmlformats.org/officeDocument/2006/relationships/tags" Target="../tags/tag61.xml"/><Relationship Id="rId9" Type="http://schemas.openxmlformats.org/officeDocument/2006/relationships/tags" Target="../tags/tag62.xml"/><Relationship Id="rId10" Type="http://schemas.openxmlformats.org/officeDocument/2006/relationships/tags" Target="../tags/tag63.xml"/><Relationship Id="rId11" Type="http://schemas.openxmlformats.org/officeDocument/2006/relationships/tags" Target="../tags/tag64.xml"/><Relationship Id="rId12" Type="http://schemas.openxmlformats.org/officeDocument/2006/relationships/tags" Target="../tags/tag65.xml"/><Relationship Id="rId13" Type="http://schemas.openxmlformats.org/officeDocument/2006/relationships/tags" Target="../tags/tag66.xml"/><Relationship Id="rId14" Type="http://schemas.openxmlformats.org/officeDocument/2006/relationships/tags" Target="../tags/tag67.xml"/><Relationship Id="rId15" Type="http://schemas.openxmlformats.org/officeDocument/2006/relationships/tags" Target="../tags/tag68.xml"/><Relationship Id="rId16" Type="http://schemas.openxmlformats.org/officeDocument/2006/relationships/tags" Target="../tags/tag69.xml"/><Relationship Id="rId17" Type="http://schemas.openxmlformats.org/officeDocument/2006/relationships/tags" Target="../tags/tag70.xml"/><Relationship Id="rId18" Type="http://schemas.openxmlformats.org/officeDocument/2006/relationships/tags" Target="../tags/tag71.xml"/><Relationship Id="rId19" Type="http://schemas.openxmlformats.org/officeDocument/2006/relationships/tags" Target="../tags/tag72.xml"/><Relationship Id="rId20" Type="http://schemas.openxmlformats.org/officeDocument/2006/relationships/tags" Target="../tags/tag73.xml"/><Relationship Id="rId21" Type="http://schemas.openxmlformats.org/officeDocument/2006/relationships/tags" Target="../tags/tag74.xml"/><Relationship Id="rId22" Type="http://schemas.openxmlformats.org/officeDocument/2006/relationships/tags" Target="../tags/tag75.xml"/><Relationship Id="rId23" Type="http://schemas.openxmlformats.org/officeDocument/2006/relationships/tags" Target="../tags/tag76.xml"/><Relationship Id="rId24" Type="http://schemas.openxmlformats.org/officeDocument/2006/relationships/tags" Target="../tags/tag77.xml"/><Relationship Id="rId25" Type="http://schemas.openxmlformats.org/officeDocument/2006/relationships/tags" Target="../tags/tag78.xml"/><Relationship Id="rId26" Type="http://schemas.openxmlformats.org/officeDocument/2006/relationships/tags" Target="../tags/tag79.xml"/><Relationship Id="rId27" Type="http://schemas.openxmlformats.org/officeDocument/2006/relationships/tags" Target="../tags/tag80.xml"/><Relationship Id="rId28" Type="http://schemas.openxmlformats.org/officeDocument/2006/relationships/tags" Target="../tags/tag81.xml"/><Relationship Id="rId29" Type="http://schemas.openxmlformats.org/officeDocument/2006/relationships/tags" Target="../tags/tag82.xml"/><Relationship Id="rId30" Type="http://schemas.openxmlformats.org/officeDocument/2006/relationships/tags" Target="../tags/tag83.xml"/><Relationship Id="rId31" Type="http://schemas.openxmlformats.org/officeDocument/2006/relationships/tags" Target="../tags/tag84.xml"/><Relationship Id="rId32" Type="http://schemas.openxmlformats.org/officeDocument/2006/relationships/tags" Target="../tags/tag85.xml"/><Relationship Id="rId33" Type="http://schemas.openxmlformats.org/officeDocument/2006/relationships/tags" Target="../tags/tag86.xml"/><Relationship Id="rId34" Type="http://schemas.openxmlformats.org/officeDocument/2006/relationships/tags" Target="../tags/tag87.xml"/><Relationship Id="rId35" Type="http://schemas.openxmlformats.org/officeDocument/2006/relationships/tags" Target="../tags/tag88.xml"/><Relationship Id="rId36" Type="http://schemas.openxmlformats.org/officeDocument/2006/relationships/tags" Target="../tags/tag89.xml"/><Relationship Id="rId37" Type="http://schemas.openxmlformats.org/officeDocument/2006/relationships/tags" Target="../tags/tag90.xml"/><Relationship Id="rId38" Type="http://schemas.openxmlformats.org/officeDocument/2006/relationships/tags" Target="../tags/tag91.xml"/><Relationship Id="rId39" Type="http://schemas.openxmlformats.org/officeDocument/2006/relationships/tags" Target="../tags/tag92.xml"/><Relationship Id="rId40" Type="http://schemas.openxmlformats.org/officeDocument/2006/relationships/tags" Target="../tags/tag93.xml"/><Relationship Id="rId41" Type="http://schemas.openxmlformats.org/officeDocument/2006/relationships/tags" Target="../tags/tag94.xml"/><Relationship Id="rId42" Type="http://schemas.openxmlformats.org/officeDocument/2006/relationships/tags" Target="../tags/tag95.xml"/><Relationship Id="rId43" Type="http://schemas.openxmlformats.org/officeDocument/2006/relationships/tags" Target="../tags/tag96.xml"/><Relationship Id="rId44" Type="http://schemas.openxmlformats.org/officeDocument/2006/relationships/tags" Target="../tags/tag97.xml"/><Relationship Id="rId45" Type="http://schemas.openxmlformats.org/officeDocument/2006/relationships/tags" Target="../tags/tag98.xml"/><Relationship Id="rId46" Type="http://schemas.openxmlformats.org/officeDocument/2006/relationships/tags" Target="../tags/tag99.xml"/><Relationship Id="rId47" Type="http://schemas.openxmlformats.org/officeDocument/2006/relationships/image" Target="../media/image13.png"/><Relationship Id="rId48" Type="http://schemas.openxmlformats.org/officeDocument/2006/relationships/image" Target="../media/image14.png"/><Relationship Id="rId4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8569071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13599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9" name="Text 95"/>
          <p:cNvSpPr/>
          <p:nvPr/>
        </p:nvSpPr>
        <p:spPr>
          <a:xfrm>
            <a:off x="8569071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13599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5" name="Text 101"/>
          <p:cNvSpPr/>
          <p:nvPr/>
        </p:nvSpPr>
        <p:spPr>
          <a:xfrm>
            <a:off x="8569071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13599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2" name="Text 108"/>
          <p:cNvSpPr/>
          <p:nvPr/>
        </p:nvSpPr>
        <p:spPr>
          <a:xfrm>
            <a:off x="8569071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13599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8" name="Text 114"/>
          <p:cNvSpPr/>
          <p:nvPr/>
        </p:nvSpPr>
        <p:spPr>
          <a:xfrm>
            <a:off x="8569071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13599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5" name="Text 121"/>
          <p:cNvSpPr/>
          <p:nvPr/>
        </p:nvSpPr>
        <p:spPr>
          <a:xfrm>
            <a:off x="8569071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13599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1" name="Text 127"/>
          <p:cNvSpPr/>
          <p:nvPr/>
        </p:nvSpPr>
        <p:spPr>
          <a:xfrm>
            <a:off x="8569071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13599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9643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9643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9643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9643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9643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9643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9643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45" name="Text 90"/>
          <p:cNvSpPr/>
          <p:nvPr/>
        </p:nvSpPr>
        <p:spPr>
          <a:xfrm>
            <a:off x="10210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6" name="Text 96"/>
          <p:cNvSpPr/>
          <p:nvPr/>
        </p:nvSpPr>
        <p:spPr>
          <a:xfrm>
            <a:off x="10210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7" name="Text 102"/>
          <p:cNvSpPr/>
          <p:nvPr/>
        </p:nvSpPr>
        <p:spPr>
          <a:xfrm>
            <a:off x="10210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8" name="Text 109"/>
          <p:cNvSpPr/>
          <p:nvPr/>
        </p:nvSpPr>
        <p:spPr>
          <a:xfrm>
            <a:off x="10210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9" name="Text 115"/>
          <p:cNvSpPr/>
          <p:nvPr/>
        </p:nvSpPr>
        <p:spPr>
          <a:xfrm>
            <a:off x="10210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50" name="Text 122"/>
          <p:cNvSpPr/>
          <p:nvPr/>
        </p:nvSpPr>
        <p:spPr>
          <a:xfrm>
            <a:off x="10210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51" name="Text 128"/>
          <p:cNvSpPr/>
          <p:nvPr/>
        </p:nvSpPr>
        <p:spPr>
          <a:xfrm>
            <a:off x="10210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52" name="Text 90"/>
          <p:cNvSpPr/>
          <p:nvPr/>
        </p:nvSpPr>
        <p:spPr>
          <a:xfrm>
            <a:off x="10777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53" name="Text 96"/>
          <p:cNvSpPr/>
          <p:nvPr/>
        </p:nvSpPr>
        <p:spPr>
          <a:xfrm>
            <a:off x="10777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54" name="Text 102"/>
          <p:cNvSpPr/>
          <p:nvPr/>
        </p:nvSpPr>
        <p:spPr>
          <a:xfrm>
            <a:off x="10777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55" name="Text 109"/>
          <p:cNvSpPr/>
          <p:nvPr/>
        </p:nvSpPr>
        <p:spPr>
          <a:xfrm>
            <a:off x="10777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56" name="Text 115"/>
          <p:cNvSpPr/>
          <p:nvPr/>
        </p:nvSpPr>
        <p:spPr>
          <a:xfrm>
            <a:off x="10777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57" name="Text 122"/>
          <p:cNvSpPr/>
          <p:nvPr/>
        </p:nvSpPr>
        <p:spPr>
          <a:xfrm>
            <a:off x="10777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58" name="Text 128"/>
          <p:cNvSpPr/>
          <p:nvPr/>
        </p:nvSpPr>
        <p:spPr>
          <a:xfrm>
            <a:off x="10777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59" name="Text 90"/>
          <p:cNvSpPr/>
          <p:nvPr/>
        </p:nvSpPr>
        <p:spPr>
          <a:xfrm>
            <a:off x="11344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0" name="Text 96"/>
          <p:cNvSpPr/>
          <p:nvPr/>
        </p:nvSpPr>
        <p:spPr>
          <a:xfrm>
            <a:off x="11344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61" name="Text 102"/>
          <p:cNvSpPr/>
          <p:nvPr/>
        </p:nvSpPr>
        <p:spPr>
          <a:xfrm>
            <a:off x="11344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62" name="Text 109"/>
          <p:cNvSpPr/>
          <p:nvPr/>
        </p:nvSpPr>
        <p:spPr>
          <a:xfrm>
            <a:off x="11344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63" name="Text 115"/>
          <p:cNvSpPr/>
          <p:nvPr/>
        </p:nvSpPr>
        <p:spPr>
          <a:xfrm>
            <a:off x="11344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64" name="Text 122"/>
          <p:cNvSpPr/>
          <p:nvPr/>
        </p:nvSpPr>
        <p:spPr>
          <a:xfrm>
            <a:off x="11344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65" name="Text 128"/>
          <p:cNvSpPr/>
          <p:nvPr/>
        </p:nvSpPr>
        <p:spPr>
          <a:xfrm>
            <a:off x="11344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1–6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074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49227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043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013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6982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2952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6626860" y="5662930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MGA批核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4486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937481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9618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3822220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382222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3822220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391366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3822220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391366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3822220"/>
            <a:ext cx="31789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392095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30555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45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30555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305552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96992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305552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96992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305552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4042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338888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181.8M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33888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338888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430328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338888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430328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338888"/>
            <a:ext cx="95963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43762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129.3▌39.7▌12.8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4316664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431666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4316664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4408104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4316664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4408104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4316664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44154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84444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184444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1844444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935884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1844444"/>
            <a:ext cx="42070" cy="347472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94318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2833332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298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283333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2833332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924772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2833332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924772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2833332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93206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327776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32777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327776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419216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327776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419216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327776"/>
            <a:ext cx="20090" cy="347472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42651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350000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35000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448736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902548"/>
            <a:ext cx="5000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909844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  <p:sp>
        <p:nvSpPr>
          <p:cNvPr id="406" name="Shape_MGA_0"/>
          <p:cNvSpPr/>
          <p:nvPr/>
        </p:nvSpPr>
        <p:spPr>
          <a:xfrm>
            <a:off x="226568" y="4811108"/>
            <a:ext cx="36576" cy="347472"/>
          </a:xfrm>
          <a:prstGeom prst="rect">
            <a:avLst/>
          </a:prstGeom>
          <a:solidFill>
            <a:srgbClr val="D1D5DB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Shape_MGA_1"/>
          <p:cNvSpPr/>
          <p:nvPr/>
        </p:nvSpPr>
        <p:spPr>
          <a:xfrm>
            <a:off x="1579880" y="4847684"/>
            <a:ext cx="579692" cy="274320"/>
          </a:xfrm>
          <a:prstGeom prst="rect">
            <a:avLst/>
          </a:prstGeom>
          <a:solidFill>
            <a:srgbClr val="1A6B3A"/>
          </a:solidFill>
          <a:ln>
            <a:solidFill>
              <a:srgbClr val="1A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Shape_MGA_2"/>
          <p:cNvSpPr/>
          <p:nvPr/>
        </p:nvSpPr>
        <p:spPr>
          <a:xfrm>
            <a:off x="2159572" y="4847684"/>
            <a:ext cx="716988" cy="274320"/>
          </a:xfrm>
          <a:prstGeom prst="rect">
            <a:avLst/>
          </a:prstGeom>
          <a:solidFill>
            <a:srgbClr val="C8890A"/>
          </a:solidFill>
          <a:ln>
            <a:solidFill>
              <a:srgbClr val="C889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Shape_MGA_3"/>
          <p:cNvSpPr/>
          <p:nvPr/>
        </p:nvSpPr>
        <p:spPr>
          <a:xfrm>
            <a:off x="2876560" y="4847684"/>
            <a:ext cx="276088" cy="27432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821" name="Rectangle 1820"/>
          <p:cNvSpPr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6327775" y="42246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7047775" y="42246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1825" name="Rectangle 1824"/>
          <p:cNvSpPr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TextBox 1825"/>
          <p:cNvSpPr txBox="1"/>
          <p:nvPr/>
        </p:nvSpPr>
        <p:spPr>
          <a:xfrm>
            <a:off x="76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85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1829" name="Rectangle 1828"/>
          <p:cNvSpPr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TextBox 1829"/>
          <p:cNvSpPr txBox="1"/>
          <p:nvPr/>
        </p:nvSpPr>
        <p:spPr>
          <a:xfrm>
            <a:off x="93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1831" name="Rectangle 1830"/>
          <p:cNvSpPr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TextBox 1831"/>
          <p:cNvSpPr txBox="1"/>
          <p:nvPr/>
        </p:nvSpPr>
        <p:spPr>
          <a:xfrm>
            <a:off x="1022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solidFill>
            <a:srgbClr val="3A3A5C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1077775" y="42246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1835" name="Rectangle 1834"/>
          <p:cNvSpPr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TextBox 1835"/>
          <p:cNvSpPr txBox="1"/>
          <p:nvPr/>
        </p:nvSpPr>
        <p:spPr>
          <a:xfrm>
            <a:off x="6327775" y="44587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1837" name="Rectangle 1836"/>
          <p:cNvSpPr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TextBox 1837"/>
          <p:cNvSpPr txBox="1"/>
          <p:nvPr/>
        </p:nvSpPr>
        <p:spPr>
          <a:xfrm>
            <a:off x="7047775" y="44587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76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841" name="Rectangle 1840"/>
          <p:cNvSpPr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TextBox 1841"/>
          <p:cNvSpPr txBox="1"/>
          <p:nvPr/>
        </p:nvSpPr>
        <p:spPr>
          <a:xfrm>
            <a:off x="85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843" name="Rectangle 1842"/>
          <p:cNvSpPr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TextBox 1843"/>
          <p:cNvSpPr txBox="1"/>
          <p:nvPr/>
        </p:nvSpPr>
        <p:spPr>
          <a:xfrm>
            <a:off x="93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1022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847" name="Rectangle 1846"/>
          <p:cNvSpPr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TextBox 1847"/>
          <p:cNvSpPr txBox="1"/>
          <p:nvPr/>
        </p:nvSpPr>
        <p:spPr>
          <a:xfrm>
            <a:off x="11077775" y="44587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1849" name="Rectangle 1848"/>
          <p:cNvSpPr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TextBox 1849"/>
          <p:cNvSpPr txBox="1"/>
          <p:nvPr/>
        </p:nvSpPr>
        <p:spPr>
          <a:xfrm>
            <a:off x="6327775" y="46929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7047775" y="46929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853" name="Rectangle 1852"/>
          <p:cNvSpPr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TextBox 1853"/>
          <p:cNvSpPr txBox="1"/>
          <p:nvPr/>
        </p:nvSpPr>
        <p:spPr>
          <a:xfrm>
            <a:off x="76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1855" name="Rectangle 1854"/>
          <p:cNvSpPr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TextBox 1855"/>
          <p:cNvSpPr txBox="1"/>
          <p:nvPr/>
        </p:nvSpPr>
        <p:spPr>
          <a:xfrm>
            <a:off x="85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93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1859" name="Rectangle 1858"/>
          <p:cNvSpPr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TextBox 1859"/>
          <p:cNvSpPr txBox="1"/>
          <p:nvPr/>
        </p:nvSpPr>
        <p:spPr>
          <a:xfrm>
            <a:off x="1022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861" name="Rectangle 1860"/>
          <p:cNvSpPr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TextBox 1861"/>
          <p:cNvSpPr txBox="1"/>
          <p:nvPr/>
        </p:nvSpPr>
        <p:spPr>
          <a:xfrm>
            <a:off x="11077775" y="46929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1863" name="Rectangle 1862"/>
          <p:cNvSpPr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TextBox 1863"/>
          <p:cNvSpPr txBox="1"/>
          <p:nvPr/>
        </p:nvSpPr>
        <p:spPr>
          <a:xfrm>
            <a:off x="6327775" y="49270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1865" name="Rectangle 1864"/>
          <p:cNvSpPr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TextBox 1865"/>
          <p:cNvSpPr txBox="1"/>
          <p:nvPr/>
        </p:nvSpPr>
        <p:spPr>
          <a:xfrm>
            <a:off x="7047775" y="49270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76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1869" name="Rectangle 1868"/>
          <p:cNvSpPr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TextBox 1869"/>
          <p:cNvSpPr txBox="1"/>
          <p:nvPr/>
        </p:nvSpPr>
        <p:spPr>
          <a:xfrm>
            <a:off x="85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1871" name="Rectangle 1870"/>
          <p:cNvSpPr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TextBox 1871"/>
          <p:cNvSpPr txBox="1"/>
          <p:nvPr/>
        </p:nvSpPr>
        <p:spPr>
          <a:xfrm>
            <a:off x="93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1873" name="Rectangle 1872"/>
          <p:cNvSpPr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TextBox 1873"/>
          <p:cNvSpPr txBox="1"/>
          <p:nvPr/>
        </p:nvSpPr>
        <p:spPr>
          <a:xfrm>
            <a:off x="1022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1875" name="Rectangle 1874"/>
          <p:cNvSpPr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TextBox 1875"/>
          <p:cNvSpPr txBox="1"/>
          <p:nvPr/>
        </p:nvSpPr>
        <p:spPr>
          <a:xfrm>
            <a:off x="11077775" y="49270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1877" name="Rectangle 1876"/>
          <p:cNvSpPr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TextBox 1877"/>
          <p:cNvSpPr txBox="1"/>
          <p:nvPr/>
        </p:nvSpPr>
        <p:spPr>
          <a:xfrm>
            <a:off x="6327775" y="51612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1879" name="Rectangle 1878"/>
          <p:cNvSpPr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TextBox 1879"/>
          <p:cNvSpPr txBox="1"/>
          <p:nvPr/>
        </p:nvSpPr>
        <p:spPr>
          <a:xfrm>
            <a:off x="7047775" y="51612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219</a:t>
            </a:r>
          </a:p>
        </p:txBody>
      </p:sp>
      <p:sp>
        <p:nvSpPr>
          <p:cNvPr id="1881" name="Rectangle 1880"/>
          <p:cNvSpPr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TextBox 1881"/>
          <p:cNvSpPr txBox="1"/>
          <p:nvPr/>
        </p:nvSpPr>
        <p:spPr>
          <a:xfrm>
            <a:off x="76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50</a:t>
            </a:r>
          </a:p>
        </p:txBody>
      </p:sp>
      <p:sp>
        <p:nvSpPr>
          <p:cNvPr id="1883" name="Rectangle 1882"/>
          <p:cNvSpPr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TextBox 1883"/>
          <p:cNvSpPr txBox="1"/>
          <p:nvPr/>
        </p:nvSpPr>
        <p:spPr>
          <a:xfrm>
            <a:off x="85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1885" name="Rectangle 1884"/>
          <p:cNvSpPr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TextBox 1885"/>
          <p:cNvSpPr txBox="1"/>
          <p:nvPr/>
        </p:nvSpPr>
        <p:spPr>
          <a:xfrm>
            <a:off x="93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39</a:t>
            </a:r>
          </a:p>
        </p:txBody>
      </p:sp>
      <p:sp>
        <p:nvSpPr>
          <p:cNvPr id="1887" name="Rectangle 1886"/>
          <p:cNvSpPr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TextBox 1887"/>
          <p:cNvSpPr txBox="1"/>
          <p:nvPr/>
        </p:nvSpPr>
        <p:spPr>
          <a:xfrm>
            <a:off x="1022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889" name="Rectangle 1888"/>
          <p:cNvSpPr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TextBox 1889"/>
          <p:cNvSpPr txBox="1"/>
          <p:nvPr/>
        </p:nvSpPr>
        <p:spPr>
          <a:xfrm>
            <a:off x="11077775" y="51612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1891" name="Rectangle 1890"/>
          <p:cNvSpPr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TextBox 1891"/>
          <p:cNvSpPr txBox="1"/>
          <p:nvPr/>
        </p:nvSpPr>
        <p:spPr>
          <a:xfrm>
            <a:off x="6327775" y="53953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1893" name="Rectangle 1892"/>
          <p:cNvSpPr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TextBox 1893"/>
          <p:cNvSpPr txBox="1"/>
          <p:nvPr/>
        </p:nvSpPr>
        <p:spPr>
          <a:xfrm>
            <a:off x="7047775" y="53953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1895" name="Rectangle 1894"/>
          <p:cNvSpPr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TextBox 1895"/>
          <p:cNvSpPr txBox="1"/>
          <p:nvPr/>
        </p:nvSpPr>
        <p:spPr>
          <a:xfrm>
            <a:off x="76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1897" name="Rectangle 1896"/>
          <p:cNvSpPr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TextBox 1897"/>
          <p:cNvSpPr txBox="1"/>
          <p:nvPr/>
        </p:nvSpPr>
        <p:spPr>
          <a:xfrm>
            <a:off x="85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1899" name="Rectangle 1898"/>
          <p:cNvSpPr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TextBox 1899"/>
          <p:cNvSpPr txBox="1"/>
          <p:nvPr/>
        </p:nvSpPr>
        <p:spPr>
          <a:xfrm>
            <a:off x="93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1022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903" name="Rectangle 1902"/>
          <p:cNvSpPr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TextBox 1903"/>
          <p:cNvSpPr txBox="1"/>
          <p:nvPr/>
        </p:nvSpPr>
        <p:spPr>
          <a:xfrm>
            <a:off x="11077775" y="53953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1905" name="Rectangle 1904"/>
          <p:cNvSpPr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TextBox 1905"/>
          <p:cNvSpPr txBox="1"/>
          <p:nvPr/>
        </p:nvSpPr>
        <p:spPr>
          <a:xfrm>
            <a:off x="6327775" y="562949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7047775" y="562949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1909" name="Rectangle 1908"/>
          <p:cNvSpPr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TextBox 1909"/>
          <p:cNvSpPr txBox="1"/>
          <p:nvPr/>
        </p:nvSpPr>
        <p:spPr>
          <a:xfrm>
            <a:off x="76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911" name="Rectangle 1910"/>
          <p:cNvSpPr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2" name="TextBox 1911"/>
          <p:cNvSpPr txBox="1"/>
          <p:nvPr/>
        </p:nvSpPr>
        <p:spPr>
          <a:xfrm>
            <a:off x="85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93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1915" name="Rectangle 1914"/>
          <p:cNvSpPr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6" name="TextBox 1915"/>
          <p:cNvSpPr txBox="1"/>
          <p:nvPr/>
        </p:nvSpPr>
        <p:spPr>
          <a:xfrm>
            <a:off x="1022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917" name="Rectangle 1916"/>
          <p:cNvSpPr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8" name="TextBox 1917"/>
          <p:cNvSpPr txBox="1"/>
          <p:nvPr/>
        </p:nvSpPr>
        <p:spPr>
          <a:xfrm>
            <a:off x="11077775" y="562949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919" name="Rectangle 1918"/>
          <p:cNvSpPr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TextBox 1919"/>
          <p:cNvSpPr txBox="1"/>
          <p:nvPr/>
        </p:nvSpPr>
        <p:spPr>
          <a:xfrm>
            <a:off x="6327775" y="586363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1921" name="Rectangle 1920"/>
          <p:cNvSpPr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2" name="TextBox 1921"/>
          <p:cNvSpPr txBox="1"/>
          <p:nvPr/>
        </p:nvSpPr>
        <p:spPr>
          <a:xfrm>
            <a:off x="7047775" y="586363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1923" name="Rectangle 1922"/>
          <p:cNvSpPr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4" name="TextBox 1923"/>
          <p:cNvSpPr txBox="1"/>
          <p:nvPr/>
        </p:nvSpPr>
        <p:spPr>
          <a:xfrm>
            <a:off x="76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1925" name="Rectangle 1924"/>
          <p:cNvSpPr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TextBox 1925"/>
          <p:cNvSpPr txBox="1"/>
          <p:nvPr/>
        </p:nvSpPr>
        <p:spPr>
          <a:xfrm>
            <a:off x="85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927" name="Rectangle 1926"/>
          <p:cNvSpPr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8" name="TextBox 1927"/>
          <p:cNvSpPr txBox="1"/>
          <p:nvPr/>
        </p:nvSpPr>
        <p:spPr>
          <a:xfrm>
            <a:off x="93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1929" name="Rectangle 1928"/>
          <p:cNvSpPr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0" name="TextBox 1929"/>
          <p:cNvSpPr txBox="1"/>
          <p:nvPr/>
        </p:nvSpPr>
        <p:spPr>
          <a:xfrm>
            <a:off x="1022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1931" name="Rectangle 1930"/>
          <p:cNvSpPr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TextBox 1931"/>
          <p:cNvSpPr txBox="1"/>
          <p:nvPr/>
        </p:nvSpPr>
        <p:spPr>
          <a:xfrm>
            <a:off x="11077775" y="586363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1933" name="Rectangle 1932"/>
          <p:cNvSpPr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4" name="TextBox 1933"/>
          <p:cNvSpPr txBox="1"/>
          <p:nvPr/>
        </p:nvSpPr>
        <p:spPr>
          <a:xfrm>
            <a:off x="6327775" y="609777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1935" name="Rectangle 1934"/>
          <p:cNvSpPr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6" name="TextBox 1935"/>
          <p:cNvSpPr txBox="1"/>
          <p:nvPr/>
        </p:nvSpPr>
        <p:spPr>
          <a:xfrm>
            <a:off x="7047775" y="609777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937" name="Rectangle 1936"/>
          <p:cNvSpPr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TextBox 1937"/>
          <p:cNvSpPr txBox="1"/>
          <p:nvPr/>
        </p:nvSpPr>
        <p:spPr>
          <a:xfrm>
            <a:off x="76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939" name="Rectangle 1938"/>
          <p:cNvSpPr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0" name="TextBox 1939"/>
          <p:cNvSpPr txBox="1"/>
          <p:nvPr/>
        </p:nvSpPr>
        <p:spPr>
          <a:xfrm>
            <a:off x="85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941" name="Rectangle 1940"/>
          <p:cNvSpPr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2" name="TextBox 1941"/>
          <p:cNvSpPr txBox="1"/>
          <p:nvPr/>
        </p:nvSpPr>
        <p:spPr>
          <a:xfrm>
            <a:off x="93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943" name="Rectangle 1942"/>
          <p:cNvSpPr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TextBox 1943"/>
          <p:cNvSpPr txBox="1"/>
          <p:nvPr/>
        </p:nvSpPr>
        <p:spPr>
          <a:xfrm>
            <a:off x="1022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945" name="Rectangle 1944"/>
          <p:cNvSpPr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solidFill>
            <a:srgbClr val="EBEBEB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6" name="TextBox 1945"/>
          <p:cNvSpPr txBox="1"/>
          <p:nvPr/>
        </p:nvSpPr>
        <p:spPr>
          <a:xfrm>
            <a:off x="11077775" y="609777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6327775" y="633191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1949" name="Rectangle 1948"/>
          <p:cNvSpPr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0" name="TextBox 1949"/>
          <p:cNvSpPr txBox="1"/>
          <p:nvPr/>
        </p:nvSpPr>
        <p:spPr>
          <a:xfrm>
            <a:off x="7047775" y="633191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80</a:t>
            </a:r>
          </a:p>
        </p:txBody>
      </p:sp>
      <p:sp>
        <p:nvSpPr>
          <p:cNvPr id="1951" name="Rectangle 1950"/>
          <p:cNvSpPr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2" name="TextBox 1951"/>
          <p:cNvSpPr txBox="1"/>
          <p:nvPr/>
        </p:nvSpPr>
        <p:spPr>
          <a:xfrm>
            <a:off x="76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85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1955" name="Rectangle 1954"/>
          <p:cNvSpPr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6" name="TextBox 1955"/>
          <p:cNvSpPr txBox="1"/>
          <p:nvPr/>
        </p:nvSpPr>
        <p:spPr>
          <a:xfrm>
            <a:off x="93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1957" name="Rectangle 1956"/>
          <p:cNvSpPr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8" name="TextBox 1957"/>
          <p:cNvSpPr txBox="1"/>
          <p:nvPr/>
        </p:nvSpPr>
        <p:spPr>
          <a:xfrm>
            <a:off x="1022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solidFill>
            <a:srgbClr val="F8F8F8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11077775" y="633191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45</a:t>
            </a:r>
          </a:p>
        </p:txBody>
      </p:sp>
      <p:sp>
        <p:nvSpPr>
          <p:cNvPr id="1961" name="Rectangle 1960"/>
          <p:cNvSpPr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2" name="TextBox 1961"/>
          <p:cNvSpPr txBox="1"/>
          <p:nvPr/>
        </p:nvSpPr>
        <p:spPr>
          <a:xfrm>
            <a:off x="6327775" y="6566055"/>
            <a:ext cx="72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963" name="Rectangle 1962"/>
          <p:cNvSpPr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4" name="TextBox 1963"/>
          <p:cNvSpPr txBox="1"/>
          <p:nvPr/>
        </p:nvSpPr>
        <p:spPr>
          <a:xfrm>
            <a:off x="7047775" y="6566055"/>
            <a:ext cx="63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1965" name="Rectangle 1964"/>
          <p:cNvSpPr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TextBox 1965"/>
          <p:cNvSpPr txBox="1"/>
          <p:nvPr/>
        </p:nvSpPr>
        <p:spPr>
          <a:xfrm>
            <a:off x="76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1967" name="Rectangle 1966"/>
          <p:cNvSpPr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8" name="TextBox 1967"/>
          <p:cNvSpPr txBox="1"/>
          <p:nvPr/>
        </p:nvSpPr>
        <p:spPr>
          <a:xfrm>
            <a:off x="85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1969" name="Rectangle 1968"/>
          <p:cNvSpPr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0" name="TextBox 1969"/>
          <p:cNvSpPr txBox="1"/>
          <p:nvPr/>
        </p:nvSpPr>
        <p:spPr>
          <a:xfrm>
            <a:off x="93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1971" name="Rectangle 1970"/>
          <p:cNvSpPr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TextBox 1971"/>
          <p:cNvSpPr txBox="1"/>
          <p:nvPr/>
        </p:nvSpPr>
        <p:spPr>
          <a:xfrm>
            <a:off x="1022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1973" name="Rectangle 1972"/>
          <p:cNvSpPr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solidFill>
            <a:srgbClr val="DDE8F2"/>
          </a:solidFill>
          <a:ln w="317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4" name="TextBox 1973"/>
          <p:cNvSpPr txBox="1"/>
          <p:nvPr/>
        </p:nvSpPr>
        <p:spPr>
          <a:xfrm>
            <a:off x="11077775" y="6566055"/>
            <a:ext cx="850000" cy="2341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1975" name="Rectangle 1974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6" name="TextBox 1975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1977" name="TextBox 1976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978" name="TextBox 1977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979" name="TextBox 1978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980" name="TextBox 1979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981" name="TextBox 1980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982" name="TextBox 1981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983" name="TextBox 1982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984" name="TextBox 1983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985" name="TextBox 1984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986" name="TextBox 1985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987" name="TextBox 1986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988" name="TextBox 1987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989" name="TextBox 1988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990" name="TextBox 1989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991" name="TextBox 1990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992" name="TextBox 1991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993" name="Rectangle 1992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4" name="TextBox 1993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995" name="TextBox 1994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996" name="Rectangle 1995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TextBox 1996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998" name="TextBox 1997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999" name="Rectangle 1998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TextBox 1999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2001" name="TextBox 2000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2002" name="Rectangle 2001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TextBox 2002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2004" name="TextBox 2003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2005" name="Rectangle 2004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TextBox 2005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2007" name="TextBox 2006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2008" name="Rectangle 2007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TextBox 2008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2010" name="TextBox 2009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011" name="Rectangle 2010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TextBox 2011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2013" name="TextBox 2012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2014" name="Rectangle 2013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TextBox 2014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2016" name="TextBox 2015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2017" name="Rectangle 2016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TextBox 2017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2019" name="TextBox 2018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2020" name="Rectangle 2019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TextBox 2020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2022" name="TextBox 2021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2023" name="Rectangle 2022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TextBox 2023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2025" name="TextBox 2024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2026" name="Rectangle 2025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TextBox 2026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2028" name="TextBox 2027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2029" name="Rectangle 2028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TextBox 2029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2031" name="TextBox 2030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2032" name="Rectangle 2031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TextBox 2032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2034" name="TextBox 2033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2035" name="TextBox 2034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2036" name="Rectangle 2035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TextBox 2036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2038" name="TextBox 2037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2039" name="Rectangle 2038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TextBox 2039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2041" name="TextBox 2040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042" name="Rectangle 2041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TextBox 2042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2044" name="TextBox 2043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2045" name="Rectangle 2044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TextBox 2045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2047" name="TextBox 2046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048" name="Rectangle 2047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TextBox 2048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2050" name="TextBox 2049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2051" name="Rectangle 2050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TextBox 2051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2053" name="TextBox 2052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054" name="Rectangle 2053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TextBox 2054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2056" name="TextBox 2055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057" name="TextBox 2056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2058" name="Rectangle 2057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TextBox 2058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2060" name="TextBox 2059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061" name="Rectangle 2060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TextBox 2061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2063" name="TextBox 2062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064" name="Rectangle 2063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TextBox 2064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2066" name="TextBox 2065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2067" name="Rectangle 2066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TextBox 2067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2069" name="TextBox 2068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070" name="Rectangle 2069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TextBox 2070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2072" name="TextBox 2071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073" name="Rectangle 2072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TextBox 2073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2075" name="TextBox 2074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076" name="Rectangle 2075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TextBox 2076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2078" name="TextBox 2077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079" name="Rectangle 2078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TextBox 2079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2081" name="TextBox 2080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2082" name="Rectangle 2081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TextBox 2082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2084" name="TextBox 2083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085" name="Rectangle 2084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TextBox 2085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2087" name="TextBox 2086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088" name="Rectangle 2087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TextBox 2088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2090" name="TextBox 2089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091" name="Rectangle 2090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TextBox 2091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093" name="TextBox 2092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094" name="Rectangle 2093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TextBox 2094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2096" name="TextBox 2095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097" name="Rectangle 2096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TextBox 2097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2099" name="TextBox 2098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100" name="Rectangle 2099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TextBox 2100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2102" name="TextBox 2101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103" name="TextBox 2102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2104" name="Rectangle 2103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TextBox 2104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2106" name="TextBox 2105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2107" name="Rectangle 2106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TextBox 2107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2109" name="TextBox 2108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2110" name="Rectangle 2109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TextBox 2110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2112" name="TextBox 2111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113" name="Rectangle 2112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TextBox 2113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2115" name="TextBox 2114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2116" name="Rectangle 2115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TextBox 2116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2118" name="TextBox 2117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2119" name="Rectangle 2118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TextBox 2119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2121" name="TextBox 2120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2122" name="Rectangle 2121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TextBox 2122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2124" name="TextBox 2123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2125" name="Rectangle 2124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TextBox 2125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2127" name="TextBox 2126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2128" name="Rectangle 2127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TextBox 2128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2130" name="TextBox 2129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2131" name="Rectangle 2130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TextBox 2131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2133" name="TextBox 2132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134" name="Rectangle 2133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TextBox 2134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2136" name="TextBox 2135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137" name="Rectangle 2136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TextBox 2137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2139" name="TextBox 2138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2140" name="Rectangle 2139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TextBox 2140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2142" name="TextBox 2141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2143" name="Rectangle 2142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TextBox 2143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2145" name="TextBox 2144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2146" name="Rectangle 2145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TextBox 2146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2148" name="TextBox 2147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2149" name="TextBox 2148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2150" name="Rectangle 2149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TextBox 2150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2152" name="TextBox 2151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153" name="Rectangle 2152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TextBox 2153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2155" name="TextBox 2154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156" name="Rectangle 2155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TextBox 2156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2158" name="TextBox 2157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159" name="Rectangle 2158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TextBox 2159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2161" name="TextBox 2160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2162" name="Rectangle 2161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TextBox 2162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2164" name="TextBox 2163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165" name="Rectangle 2164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TextBox 2165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2167" name="TextBox 2166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168" name="Rectangle 2167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TextBox 2168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2170" name="TextBox 2169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2171" name="Rectangle 2170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TextBox 2171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2173" name="TextBox 2172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174" name="Rectangle 2173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TextBox 2174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2176" name="TextBox 2175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177" name="Rectangle 2176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TextBox 2177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2179" name="TextBox 2178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2180" name="Rectangle 2179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TextBox 2180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2182" name="TextBox 2181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2183" name="Rectangle 2182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TextBox 2183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2185" name="TextBox 2184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2186" name="Rectangle 2185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TextBox 2186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2188" name="TextBox 2187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2189" name="Rectangle 2188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TextBox 2189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2191" name="TextBox 2190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192" name="Rectangle 2191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TextBox 2192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2194" name="TextBox 2193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195" name="TextBox 2194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2196" name="Rectangle 2195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TextBox 2196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198" name="TextBox 2197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2199" name="Rectangle 2198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TextBox 2199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2201" name="TextBox 2200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202" name="Rectangle 2201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TextBox 2202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204" name="TextBox 2203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2205" name="Rectangle 2204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TextBox 2205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207" name="TextBox 2206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208" name="Rectangle 2207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TextBox 2208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210" name="TextBox 2209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211" name="Rectangle 2210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TextBox 2211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2213" name="TextBox 2212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214" name="TextBox 2213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215" name="Rectangle 2214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TextBox 2215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217" name="TextBox 2216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218" name="Rectangle 2217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TextBox 2218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220" name="TextBox 2219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221" name="TextBox 2220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222" name="Rectangle 2221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TextBox 2222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2224" name="TextBox 2223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225" name="Rectangle 2224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TextBox 2225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2227" name="TextBox 2226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228" name="Rectangle 2227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TextBox 2228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2230" name="TextBox 2229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231" name="Rectangle 2230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TextBox 2231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233" name="TextBox 2232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234" name="Rectangle 2233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TextBox 2234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2236" name="TextBox 2235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2237" name="Rectangle 2236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TextBox 2237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2239" name="TextBox 2238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2240" name="Rectangle 2239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TextBox 2240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2242" name="TextBox 2241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243" name="Rectangle 2242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TextBox 2243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2245" name="TextBox 2244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2246" name="Rectangle 2245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TextBox 2246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248" name="TextBox 2247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249" name="Rectangle 2248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TextBox 2249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2251" name="TextBox 2250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252" name="Rectangle 2251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TextBox 2252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2254" name="TextBox 2253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255" name="Rectangle 2254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TextBox 2255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2257" name="TextBox 2256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258" name="Rectangle 2257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TextBox 2258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2260" name="TextBox 2259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2261" name="Rectangle 2260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TextBox 2261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2263" name="TextBox 2262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2264" name="Rectangle 2263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TextBox 2264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2266" name="TextBox 2265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2267" name="TextBox 2266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268" name="Rectangle 2267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TextBox 2268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2270" name="TextBox 2269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2271" name="Rectangle 2270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TextBox 2271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2273" name="TextBox 2272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274" name="Rectangle 2273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TextBox 2274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2276" name="TextBox 2275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2277" name="Rectangle 2276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TextBox 2277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2279" name="TextBox 2278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2280" name="Rectangle 2279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TextBox 2280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2282" name="TextBox 2281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283" name="Rectangle 2282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TextBox 2283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2285" name="TextBox 2284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2286" name="Rectangle 2285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TextBox 2286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2288" name="TextBox 2287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2289" name="Rectangle 2288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TextBox 2289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2291" name="TextBox 2290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2292" name="Rectangle 2291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TextBox 2292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2294" name="TextBox 2293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2295" name="Rectangle 2294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TextBox 2295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2297" name="TextBox 2296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2298" name="Rectangle 2297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TextBox 2298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2300" name="TextBox 2299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2301" name="Rectangle 2300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TextBox 2301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2303" name="TextBox 2302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2304" name="Rectangle 2303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TextBox 2304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2306" name="TextBox 2305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307" name="Rectangle 2306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TextBox 2307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2309" name="TextBox 2308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2310" name="Rectangle 2309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TextBox 2310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2312" name="TextBox 2311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2313" name="Rectangle 2312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TextBox 2313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2315" name="TextBox 2314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2316" name="TextBox 2315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2317" name="TextBox 2316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2318" name="TextBox 2317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2319" name="TextBox 2318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2320" name="TextBox 2319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2321" name="TextBox 2320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2322" name="TextBox 2321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2323" name="TextBox 2322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2324" name="TextBox 2323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2325" name="TextBox 2324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2326" name="TextBox 2325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2327" name="TextBox 2326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2328" name="TextBox 2327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2329" name="TextBox 2328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2330" name="TextBox 2329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2331" name="Rectangle 2330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TextBox 2331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2333" name="TextBox 2332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2334" name="Rectangle 2333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TextBox 2334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2336" name="TextBox 2335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2337" name="Rectangle 2336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TextBox 2337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2339" name="TextBox 2338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340" name="Rectangle 2339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TextBox 2340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2342" name="TextBox 2341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2343" name="Rectangle 2342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TextBox 2343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2345" name="TextBox 2344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2346" name="Rectangle 2345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TextBox 2346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2348" name="TextBox 2347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2349" name="Rectangle 2348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TextBox 2349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2351" name="TextBox 2350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2352" name="Rectangle 2351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TextBox 2352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2354" name="TextBox 2353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355" name="Rectangle 2354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TextBox 2355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2357" name="TextBox 2356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2358" name="Rectangle 2357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TextBox 2358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2360" name="TextBox 2359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2361" name="Rectangle 2360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TextBox 2361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2363" name="TextBox 2362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2364" name="Rectangle 2363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TextBox 2364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2366" name="TextBox 2365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2367" name="Rectangle 2366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TextBox 2367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2369" name="TextBox 2368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2370" name="Rectangle 2369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TextBox 2370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2372" name="TextBox 2371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2373" name="Rectangle 2372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TextBox 2373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2375" name="TextBox 2374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2376" name="TextBox 2375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2377" name="Rectangle 2376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TextBox 2377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2379" name="TextBox 2378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380" name="Rectangle 2379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TextBox 2380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2382" name="TextBox 2381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2383" name="Rectangle 2382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TextBox 2383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2385" name="TextBox 2384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386" name="Rectangle 2385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TextBox 2386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2388" name="TextBox 2387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2389" name="Rectangle 2388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TextBox 2389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2391" name="TextBox 2390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392" name="Rectangle 2391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TextBox 2392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2394" name="TextBox 2393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395" name="Rectangle 2394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TextBox 2395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2397" name="TextBox 2396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398" name="Rectangle 2397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TextBox 2398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2400" name="TextBox 2399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401" name="Rectangle 2400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TextBox 2401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2403" name="TextBox 2402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404" name="Rectangle 2403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TextBox 2404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2406" name="TextBox 2405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407" name="Rectangle 2406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TextBox 2407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2409" name="TextBox 2408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410" name="Rectangle 2409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TextBox 2410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2412" name="TextBox 2411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413" name="Rectangle 2412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TextBox 2413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2415" name="TextBox 2414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416" name="TextBox 2415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2417" name="Rectangle 2416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TextBox 2417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2419" name="TextBox 2418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420" name="Rectangle 2419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TextBox 2420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2422" name="TextBox 2421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423" name="Rectangle 2422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TextBox 2423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2425" name="TextBox 2424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426" name="Rectangle 2425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TextBox 2426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2428" name="TextBox 2427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429" name="Rectangle 2428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TextBox 2429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431" name="TextBox 2430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432" name="Rectangle 2431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TextBox 2432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2434" name="TextBox 2433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435" name="Rectangle 2434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TextBox 2435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2437" name="TextBox 2436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438" name="Rectangle 2437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TextBox 2438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440" name="TextBox 2439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441" name="Rectangle 2440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TextBox 2441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2443" name="TextBox 2442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2444" name="Rectangle 2443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TextBox 2444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2446" name="TextBox 2445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2447" name="Rectangle 2446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TextBox 2447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449" name="TextBox 2448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2450" name="Rectangle 2449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TextBox 2450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2452" name="TextBox 2451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2453" name="Rectangle 2452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TextBox 2453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2455" name="TextBox 2454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2456" name="Rectangle 2455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TextBox 2456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458" name="TextBox 2457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2459" name="Rectangle 2458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TextBox 2459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2461" name="TextBox 2460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462" name="TextBox 2461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2463" name="Rectangle 2462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TextBox 2463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2465" name="TextBox 2464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2466" name="Rectangle 2465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TextBox 2466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2468" name="TextBox 2467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2469" name="Rectangle 2468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TextBox 2469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2471" name="TextBox 2470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2472" name="Rectangle 2471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TextBox 2472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2474" name="TextBox 2473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2475" name="Rectangle 2474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TextBox 2475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2477" name="TextBox 2476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2478" name="Rectangle 2477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TextBox 2478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2480" name="TextBox 2479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2481" name="Rectangle 2480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TextBox 2481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2483" name="TextBox 2482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2484" name="Rectangle 2483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TextBox 2484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2486" name="TextBox 2485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2487" name="Rectangle 2486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TextBox 2487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2489" name="TextBox 2488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2490" name="Rectangle 2489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TextBox 2490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2492" name="TextBox 2491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2493" name="Rectangle 2492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TextBox 2493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2495" name="TextBox 2494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496" name="Rectangle 2495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TextBox 2496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2498" name="TextBox 2497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499" name="Rectangle 2498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TextBox 2499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2501" name="TextBox 2500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2502" name="Rectangle 2501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TextBox 2502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2504" name="TextBox 2503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2505" name="Rectangle 2504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TextBox 2505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2507" name="TextBox 2506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2508" name="TextBox 2507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2509" name="Rectangle 2508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TextBox 2509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511" name="TextBox 2510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2512" name="Rectangle 2511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TextBox 2512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2514" name="TextBox 2513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2515" name="Rectangle 2514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TextBox 2515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2517" name="TextBox 2516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518" name="Rectangle 2517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TextBox 2518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2520" name="TextBox 2519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2521" name="Rectangle 2520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TextBox 2521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2523" name="TextBox 2522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524" name="Rectangle 2523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TextBox 2524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2526" name="TextBox 2525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527" name="Rectangle 2526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TextBox 2527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2529" name="TextBox 2528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2530" name="Rectangle 2529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TextBox 2530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2532" name="TextBox 2531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2533" name="Rectangle 2532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TextBox 2533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2535" name="TextBox 2534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2536" name="Rectangle 2535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TextBox 2536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2538" name="TextBox 2537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2539" name="Rectangle 2538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TextBox 2539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2541" name="TextBox 2540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2542" name="Rectangle 2541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TextBox 2542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2544" name="TextBox 2543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2545" name="Rectangle 2544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TextBox 2545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2547" name="TextBox 2546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2548" name="Rectangle 2547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TextBox 2548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2550" name="TextBox 2549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2551" name="Rectangle 2550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TextBox 2551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553" name="TextBox 2552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554" name="TextBox 2553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2555" name="Rectangle 2554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TextBox 2555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557" name="TextBox 2556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558" name="Rectangle 2557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TextBox 2558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560" name="TextBox 2559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561" name="Rectangle 2560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TextBox 2561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2563" name="TextBox 2562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564" name="Rectangle 2563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TextBox 2564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566" name="TextBox 2565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2567" name="Rectangle 2566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TextBox 2567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569" name="TextBox 2568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570" name="Rectangle 2569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TextBox 2570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572" name="TextBox 2571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573" name="Rectangle 2572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TextBox 2573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2575" name="TextBox 2574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576" name="Rectangle 2575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TextBox 2576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2578" name="TextBox 2577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579" name="TextBox 2578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580" name="Rectangle 2579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TextBox 2580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582" name="TextBox 2581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583" name="Rectangle 2582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TextBox 2583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585" name="TextBox 2584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586" name="Rectangle 2585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TextBox 2586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588" name="TextBox 2587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589" name="TextBox 2588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590" name="Rectangle 2589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TextBox 2590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2592" name="TextBox 2591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593" name="Rectangle 2592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TextBox 2593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2595" name="TextBox 2594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2596" name="Rectangle 2595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TextBox 2596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2598" name="TextBox 2597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599" name="Rectangle 2598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TextBox 2599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2601" name="TextBox 2600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2602" name="Rectangle 2601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TextBox 2602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604" name="TextBox 2603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605" name="Rectangle 2604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TextBox 2605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2607" name="TextBox 2606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608" name="Rectangle 2607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TextBox 2608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2610" name="TextBox 2609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2611" name="Rectangle 2610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TextBox 2611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2613" name="TextBox 2612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614" name="Rectangle 2613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TextBox 2614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2616" name="TextBox 2615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2617" name="Rectangle 2616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TextBox 2617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2619" name="TextBox 2618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620" name="Rectangle 2619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TextBox 2620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622" name="TextBox 2621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623" name="Rectangle 2622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TextBox 2623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2625" name="TextBox 2624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626" name="Rectangle 2625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TextBox 2626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2628" name="TextBox 2627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629" name="Rectangle 2628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TextBox 2629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2631" name="TextBox 2630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632" name="TextBox 2631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633" name="Rectangle 2632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TextBox 2633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2635" name="TextBox 2634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2636" name="Rectangle 2635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TextBox 2636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2638" name="TextBox 2637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2639" name="Rectangle 2638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TextBox 2639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2641" name="TextBox 2640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2642" name="Rectangle 2641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TextBox 2642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2644" name="TextBox 2643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2645" name="Rectangle 2644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TextBox 2645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2647" name="TextBox 2646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2648" name="Rectangle 2647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TextBox 2648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2650" name="TextBox 2649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2651" name="Rectangle 2650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TextBox 2651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2653" name="TextBox 2652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2654" name="Rectangle 2653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TextBox 2654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2656" name="TextBox 2655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2657" name="Rectangle 2656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TextBox 2657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2659" name="TextBox 2658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2660" name="Rectangle 2659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TextBox 2660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2662" name="TextBox 2661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2663" name="Rectangle 2662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TextBox 2663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2665" name="TextBox 2664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2666" name="Rectangle 2665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TextBox 2666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2668" name="TextBox 2667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2669" name="Rectangle 2668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TextBox 2669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2671" name="TextBox 2670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2672" name="Rectangle 2671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TextBox 2672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2674" name="TextBox 2673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2675" name="Rectangle 2674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TextBox 2675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2677" name="TextBox 2676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2678" name="Rectangle 2677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TextBox 2678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2680" name="TextBox 2679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2681" name="TextBox 2680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2682" name="TextBox 2681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2683" name="TextBox 2682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2684" name="TextBox 2683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2685" name="TextBox 2684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2686" name="TextBox 2685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2687" name="TextBox 2686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2688" name="TextBox 2687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2689" name="TextBox 2688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2690" name="TextBox 2689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2691" name="TextBox 2690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2692" name="TextBox 2691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2693" name="TextBox 2692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2694" name="TextBox 2693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2695" name="TextBox 2694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2696" name="Rectangle 2695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TextBox 2696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2698" name="TextBox 2697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2699" name="Rectangle 2698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TextBox 2699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2701" name="TextBox 2700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2702" name="Rectangle 2701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TextBox 2702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2704" name="TextBox 2703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2705" name="Rectangle 2704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TextBox 2705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2707" name="TextBox 2706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2708" name="Rectangle 2707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TextBox 2708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2710" name="TextBox 2709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2711" name="Rectangle 2710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TextBox 2711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2713" name="TextBox 2712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2714" name="Rectangle 2713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TextBox 2714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2716" name="TextBox 2715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2717" name="Rectangle 2716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TextBox 2717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2719" name="TextBox 2718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2720" name="Rectangle 2719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TextBox 2720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2722" name="TextBox 2721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2723" name="Rectangle 2722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TextBox 2723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2725" name="TextBox 2724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2726" name="Rectangle 2725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TextBox 2726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2728" name="TextBox 2727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2729" name="Rectangle 2728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TextBox 2729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2731" name="TextBox 2730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2732" name="Rectangle 2731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TextBox 2732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2734" name="TextBox 2733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2735" name="Rectangle 2734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TextBox 2735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2737" name="TextBox 2736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2738" name="Rectangle 2737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TextBox 2738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2740" name="TextBox 2739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2741" name="TextBox 2740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2742" name="Rectangle 2741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TextBox 2742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2744" name="TextBox 2743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745" name="Rectangle 2744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TextBox 2745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2747" name="TextBox 2746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2748" name="Rectangle 2747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TextBox 2748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2750" name="TextBox 2749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751" name="Rectangle 2750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TextBox 2751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2753" name="TextBox 2752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754" name="Rectangle 2753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TextBox 2754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2756" name="TextBox 2755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2757" name="Rectangle 2756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TextBox 2757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2759" name="TextBox 2758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2760" name="Rectangle 2759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TextBox 2760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2762" name="TextBox 2761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2763" name="Rectangle 2762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TextBox 2763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2765" name="TextBox 2764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2766" name="Rectangle 2765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TextBox 2766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2768" name="TextBox 2767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2769" name="Rectangle 2768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TextBox 2769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2771" name="TextBox 2770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2772" name="Rectangle 2771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TextBox 2772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774" name="TextBox 2773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775" name="TextBox 2774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2776" name="Rectangle 2775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TextBox 2776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2778" name="TextBox 2777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2779" name="Rectangle 2778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TextBox 2779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2781" name="TextBox 2780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782" name="Rectangle 2781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TextBox 2782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2784" name="TextBox 2783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785" name="Rectangle 2784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TextBox 2785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2787" name="TextBox 2786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2788" name="Rectangle 2787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TextBox 2788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2790" name="TextBox 2789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2791" name="Rectangle 2790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TextBox 2791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2793" name="TextBox 2792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2794" name="Rectangle 2793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TextBox 2794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2796" name="TextBox 2795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2797" name="Rectangle 2796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TextBox 2797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2799" name="TextBox 2798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2800" name="Rectangle 2799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TextBox 2800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2802" name="TextBox 2801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803" name="Rectangle 2802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TextBox 2803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2805" name="TextBox 2804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806" name="Rectangle 2805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TextBox 2806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2808" name="TextBox 2807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2809" name="Rectangle 2808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TextBox 2809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2811" name="TextBox 2810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2812" name="Rectangle 2811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TextBox 2812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2814" name="TextBox 2813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2815" name="Rectangle 2814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TextBox 2815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2817" name="TextBox 2816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2818" name="TextBox 2817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2819" name="Rectangle 2818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TextBox 2819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2821" name="TextBox 2820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2822" name="Rectangle 2821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TextBox 2822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2824" name="TextBox 2823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2825" name="Rectangle 2824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TextBox 2825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2827" name="TextBox 2826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2828" name="Rectangle 2827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TextBox 2828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2830" name="TextBox 2829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2831" name="Rectangle 2830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TextBox 2831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2833" name="TextBox 2832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2834" name="Rectangle 2833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TextBox 2834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2836" name="TextBox 2835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837" name="Rectangle 2836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TextBox 2837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2839" name="TextBox 2838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2840" name="Rectangle 2839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TextBox 2840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2842" name="TextBox 2841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843" name="Rectangle 2842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TextBox 2843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2845" name="TextBox 2844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2846" name="Rectangle 2845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TextBox 2846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2848" name="TextBox 2847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2849" name="Rectangle 2848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TextBox 2849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2851" name="TextBox 2850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2852" name="Rectangle 2851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3" name="TextBox 2852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2854" name="TextBox 2853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2855" name="Rectangle 2854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6" name="TextBox 2855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2858" name="Rectangle 2857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9" name="TextBox 2858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2861" name="Rectangle 2860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2" name="TextBox 2861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2865" name="Rectangle 2864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6" name="TextBox 2865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2868" name="Rectangle 2867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" name="TextBox 2868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2871" name="Rectangle 2870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2" name="TextBox 2871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2873" name="TextBox 2872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2874" name="Rectangle 2873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5" name="TextBox 2874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2876" name="TextBox 2875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2877" name="Rectangle 2876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8" name="TextBox 2877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2879" name="TextBox 2878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2880" name="Rectangle 2879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1" name="TextBox 2880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2882" name="TextBox 2881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2883" name="Rectangle 2882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4" name="TextBox 2883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2885" name="TextBox 2884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2886" name="Rectangle 2885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7" name="TextBox 2886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2888" name="TextBox 2887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2889" name="Rectangle 2888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0" name="TextBox 2889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2891" name="TextBox 2890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2892" name="Rectangle 2891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3" name="TextBox 2892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2894" name="TextBox 2893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2895" name="Rectangle 2894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6" name="TextBox 2895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2897" name="TextBox 2896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2898" name="Rectangle 2897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9" name="TextBox 2898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2900" name="TextBox 2899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2901" name="Rectangle 2900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2" name="TextBox 2901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2903" name="TextBox 2902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2904" name="Rectangle 2903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5" name="TextBox 2904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2906" name="TextBox 2905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2907" name="Rectangle 2906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8" name="TextBox 2907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2909" name="TextBox 2908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2910" name="TextBox 2909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2911" name="Rectangle 2910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2" name="TextBox 2911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913" name="TextBox 2912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914" name="Rectangle 2913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5" name="TextBox 2914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2916" name="TextBox 2915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917" name="Rectangle 2916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8" name="TextBox 2917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919" name="TextBox 2918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920" name="Rectangle 2919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1" name="TextBox 2920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2922" name="TextBox 2921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923" name="Rectangle 2922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4" name="TextBox 2923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2925" name="TextBox 2924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926" name="Rectangle 2925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7" name="TextBox 2926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2928" name="TextBox 2927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2929" name="Rectangle 2928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0" name="TextBox 2929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2931" name="TextBox 2930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2932" name="TextBox 2931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2933" name="Rectangle 2932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4" name="TextBox 2933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2935" name="TextBox 2934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2936" name="Rectangle 2935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7" name="TextBox 2936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2938" name="TextBox 2937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939" name="Rectangle 2938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0" name="TextBox 2939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2941" name="TextBox 2940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2942" name="TextBox 2941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2943" name="Rectangle 2942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4" name="TextBox 2943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945" name="TextBox 2944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946" name="Rectangle 2945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7" name="TextBox 2946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948" name="TextBox 2947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949" name="Rectangle 2948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0" name="TextBox 2949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951" name="TextBox 2950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2952" name="Rectangle 2951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3" name="TextBox 2952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954" name="TextBox 2953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955" name="Rectangle 2954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6" name="TextBox 2955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2957" name="TextBox 2956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2958" name="Rectangle 2957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9" name="TextBox 2958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2960" name="TextBox 2959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961" name="Rectangle 2960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2" name="TextBox 2961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2963" name="TextBox 2962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2964" name="Rectangle 2963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5" name="TextBox 2964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2966" name="TextBox 2965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2967" name="Rectangle 2966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8" name="TextBox 2967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2969" name="TextBox 2968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2970" name="Rectangle 2969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1" name="TextBox 2970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2972" name="TextBox 2971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973" name="Rectangle 2972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4" name="TextBox 2973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2975" name="TextBox 2974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2976" name="Rectangle 2975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7" name="TextBox 2976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2978" name="TextBox 2977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2979" name="Rectangle 2978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0" name="TextBox 2979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2981" name="TextBox 2980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2982" name="Rectangle 2981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3" name="TextBox 2982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2984" name="TextBox 2983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2985" name="Rectangle 2984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6" name="TextBox 2985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2987" name="TextBox 2986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2988" name="TextBox 2987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2989" name="Rectangle 2988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0" name="TextBox 2989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2991" name="TextBox 2990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2992" name="Rectangle 2991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3" name="TextBox 2992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2994" name="TextBox 2993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2995" name="Rectangle 2994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6" name="TextBox 2995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2997" name="TextBox 2996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2998" name="Rectangle 2997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9" name="TextBox 2998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3000" name="TextBox 2999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3001" name="Rectangle 3000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" name="TextBox 3001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3003" name="TextBox 3002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3004" name="Rectangle 3003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5" name="TextBox 3004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3006" name="TextBox 3005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3007" name="Rectangle 3006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8" name="TextBox 3007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3009" name="TextBox 3008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3010" name="Rectangle 3009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1" name="TextBox 3010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3012" name="TextBox 3011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3013" name="Rectangle 3012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4" name="TextBox 3013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3015" name="TextBox 3014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3016" name="Rectangle 3015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7" name="TextBox 3016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3018" name="TextBox 3017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3019" name="Rectangle 3018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0" name="TextBox 3019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3021" name="TextBox 3020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3022" name="Rectangle 3021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3" name="TextBox 3022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3024" name="TextBox 3023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3025" name="Rectangle 3024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6" name="TextBox 3025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3027" name="TextBox 3026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3028" name="Rectangle 3027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9" name="TextBox 3028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3030" name="TextBox 3029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3031" name="Rectangle 3030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2" name="TextBox 3031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3033" name="TextBox 3032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899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  <a:r>
                        <a:t/>
                      </a: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327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4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6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9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0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1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3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4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5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6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8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19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0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1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3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4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5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6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8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29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0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" name="Shape 19"/>
          <p:cNvSpPr/>
          <p:nvPr>
            <p:custDataLst>
              <p:tags r:id="rId3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" name="Shape 20"/>
          <p:cNvSpPr/>
          <p:nvPr>
            <p:custDataLst>
              <p:tags r:id="rId3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4" name="Text 21"/>
          <p:cNvSpPr/>
          <p:nvPr>
            <p:custDataLst>
              <p:tags r:id="rId3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W28预约</a:t>
            </a:r>
            <a:endParaRPr lang="en-US" sz="800" dirty="0"/>
          </a:p>
        </p:txBody>
      </p:sp>
      <p:sp>
        <p:nvSpPr>
          <p:cNvPr id="5" name="Text 22"/>
          <p:cNvSpPr/>
          <p:nvPr>
            <p:custDataLst>
              <p:tags r:id="rId3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 panose="020F0502020204030204"/>
              </a:rPr>
              <a:t>2.73M</a:t>
            </a:r>
            <a:endParaRPr lang="en-US" sz="1800" dirty="0"/>
          </a:p>
        </p:txBody>
      </p:sp>
      <p:sp>
        <p:nvSpPr>
          <p:cNvPr id="37" name="Text 23"/>
          <p:cNvSpPr/>
          <p:nvPr>
            <p:custDataLst>
              <p:tags r:id="rId3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8" name="Shape 24"/>
          <p:cNvSpPr/>
          <p:nvPr>
            <p:custDataLst>
              <p:tags r:id="rId3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25"/>
          <p:cNvSpPr/>
          <p:nvPr>
            <p:custDataLst>
              <p:tags r:id="rId3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40" name="Text 26"/>
          <p:cNvSpPr/>
          <p:nvPr>
            <p:custDataLst>
              <p:tags r:id="rId3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W28签单</a:t>
            </a:r>
            <a:endParaRPr lang="en-US" sz="800" dirty="0"/>
          </a:p>
        </p:txBody>
      </p:sp>
      <p:sp>
        <p:nvSpPr>
          <p:cNvPr id="41" name="Text 27"/>
          <p:cNvSpPr/>
          <p:nvPr>
            <p:custDataLst>
              <p:tags r:id="rId3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 panose="020F0502020204030204"/>
              </a:rPr>
              <a:t>4.29M</a:t>
            </a:r>
            <a:endParaRPr lang="en-US" sz="1800" dirty="0"/>
          </a:p>
        </p:txBody>
      </p:sp>
      <p:sp>
        <p:nvSpPr>
          <p:cNvPr id="42" name="Text 28"/>
          <p:cNvSpPr/>
          <p:nvPr>
            <p:custDataLst>
              <p:tags r:id="rId4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3" name="Shape 29"/>
          <p:cNvSpPr/>
          <p:nvPr>
            <p:custDataLst>
              <p:tags r:id="rId4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30"/>
          <p:cNvSpPr/>
          <p:nvPr>
            <p:custDataLst>
              <p:tags r:id="rId4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5" name="Text 31"/>
          <p:cNvSpPr/>
          <p:nvPr>
            <p:custDataLst>
              <p:tags r:id="rId4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W28批核</a:t>
            </a:r>
            <a:endParaRPr lang="en-US" sz="800" dirty="0"/>
          </a:p>
        </p:txBody>
      </p:sp>
      <p:sp>
        <p:nvSpPr>
          <p:cNvPr id="46" name="Text 32"/>
          <p:cNvSpPr/>
          <p:nvPr>
            <p:custDataLst>
              <p:tags r:id="rId4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 panose="020F0502020204030204"/>
              </a:rPr>
              <a:t>0.00M</a:t>
            </a:r>
            <a:endParaRPr lang="en-US" sz="1800" dirty="0"/>
          </a:p>
        </p:txBody>
      </p:sp>
      <p:sp>
        <p:nvSpPr>
          <p:cNvPr id="47" name="Text 33"/>
          <p:cNvSpPr/>
          <p:nvPr>
            <p:custDataLst>
              <p:tags r:id="rId4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9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52" name="Table 1"/>
          <p:cNvGraphicFramePr>
            <a:graphicFrameLocks noGrp="1"/>
          </p:cNvGraphicFramePr>
          <p:nvPr>
            <p:custDataLst>
              <p:tags r:id="rId4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3" name="Picture 51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4" name="Picture 52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  <a:endParaRPr sz="2200" b="1">
              <a:solidFill>
                <a:srgbClr val="8B1A1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526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67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79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447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439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886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34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0.23M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0.02M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0.25M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0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12028</Words>
  <Application>WPS 演示</Application>
  <PresentationFormat>On-screen Show (16:9)</PresentationFormat>
  <Paragraphs>4248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古月唯歌</cp:lastModifiedBy>
  <cp:revision>68</cp:revision>
  <dcterms:created xsi:type="dcterms:W3CDTF">2026-03-26T15:42:00Z</dcterms:created>
  <dcterms:modified xsi:type="dcterms:W3CDTF">2026-07-27T09:29:58Z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2052-12.1.0.26895</vt:lpwstr>
  </property>
</Properties>
</file>