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111581"/>
            <a:ext cx="746125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966665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966665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149545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984953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984953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058105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984953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058105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984953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048961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566664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56666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74954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5849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5849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65810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5849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65810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5849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64896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66666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6666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54954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8495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84954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58106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84954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58106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84954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4896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499998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49999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68287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51828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518286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591438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518286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591438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518286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58229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33333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33333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016213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51621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51621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24773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51621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156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99999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99999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082879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918287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918287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91439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918287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91439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918287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82295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672551"/>
            <a:ext cx="839785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672551"/>
            <a:ext cx="38276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672551"/>
            <a:ext cx="57607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637998"/>
            <a:ext cx="7461504" cy="2743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637998"/>
            <a:ext cx="7461504" cy="27432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098627"/>
            <a:ext cx="7461504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43333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43333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61621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4516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45162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524772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45162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524772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451620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51562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0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0000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48288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182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38229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5033331"/>
            <a:ext cx="1243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5216211"/>
            <a:ext cx="1243584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5124771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81%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5124771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18%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5115627"/>
            <a:ext cx="15000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5033331"/>
            <a:ext cx="36576" cy="347472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5033331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5033331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5033331"/>
            <a:ext cx="27638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7" name="Shape 205"/>
          <p:cNvSpPr/>
          <p:nvPr/>
        </p:nvSpPr>
        <p:spPr>
          <a:xfrm>
            <a:off x="6254750" y="443484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8" name="Shape 206"/>
          <p:cNvSpPr/>
          <p:nvPr/>
        </p:nvSpPr>
        <p:spPr>
          <a:xfrm>
            <a:off x="6254750" y="4434840"/>
            <a:ext cx="76200" cy="29972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14" name="Shape 212"/>
          <p:cNvSpPr/>
          <p:nvPr/>
        </p:nvSpPr>
        <p:spPr>
          <a:xfrm>
            <a:off x="6254750" y="4690745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15" name="Shape 213"/>
          <p:cNvSpPr/>
          <p:nvPr/>
        </p:nvSpPr>
        <p:spPr>
          <a:xfrm>
            <a:off x="6254750" y="4690745"/>
            <a:ext cx="76200" cy="299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221" name="Shape 219"/>
          <p:cNvSpPr/>
          <p:nvPr/>
        </p:nvSpPr>
        <p:spPr>
          <a:xfrm>
            <a:off x="6254750" y="494665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2" name="Shape 220"/>
          <p:cNvSpPr/>
          <p:nvPr/>
        </p:nvSpPr>
        <p:spPr>
          <a:xfrm>
            <a:off x="6254750" y="4946650"/>
            <a:ext cx="76200" cy="299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28" name="Shape 226"/>
          <p:cNvSpPr/>
          <p:nvPr/>
        </p:nvSpPr>
        <p:spPr>
          <a:xfrm>
            <a:off x="6254750" y="520319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9" name="Shape 227"/>
          <p:cNvSpPr/>
          <p:nvPr/>
        </p:nvSpPr>
        <p:spPr>
          <a:xfrm>
            <a:off x="6254750" y="5203190"/>
            <a:ext cx="76200" cy="2997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235" name="Shape 233"/>
          <p:cNvSpPr/>
          <p:nvPr/>
        </p:nvSpPr>
        <p:spPr>
          <a:xfrm>
            <a:off x="6254750" y="5459095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6" name="Shape 234"/>
          <p:cNvSpPr/>
          <p:nvPr/>
        </p:nvSpPr>
        <p:spPr>
          <a:xfrm>
            <a:off x="6254750" y="5459095"/>
            <a:ext cx="76200" cy="2997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242" name="Shape 240"/>
          <p:cNvSpPr/>
          <p:nvPr/>
        </p:nvSpPr>
        <p:spPr>
          <a:xfrm>
            <a:off x="6254750" y="571500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3" name="Shape 241"/>
          <p:cNvSpPr/>
          <p:nvPr/>
        </p:nvSpPr>
        <p:spPr>
          <a:xfrm>
            <a:off x="6254750" y="5715000"/>
            <a:ext cx="76200" cy="29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716" name="Shape 714"/>
          <p:cNvSpPr/>
          <p:nvPr/>
        </p:nvSpPr>
        <p:spPr>
          <a:xfrm>
            <a:off x="6254750" y="6014720"/>
            <a:ext cx="5659755" cy="2997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7" name="Shape 715"/>
          <p:cNvSpPr/>
          <p:nvPr/>
        </p:nvSpPr>
        <p:spPr>
          <a:xfrm>
            <a:off x="6254750" y="6014720"/>
            <a:ext cx="76200" cy="299720"/>
          </a:xfrm>
          <a:prstGeom prst="rect">
            <a:avLst/>
          </a:prstGeom>
          <a:solidFill>
            <a:srgbClr val="A0A0A0"/>
          </a:solidFill>
          <a:ln w="7620">
            <a:solidFill>
              <a:srgbClr val="A0A0A0"/>
            </a:solidFill>
          </a:ln>
        </p:spPr>
        <p:txBody>
          <a:bodyPr/>
          <a:p/>
        </p:txBody>
      </p:sp>
      <p:sp>
        <p:nvSpPr>
          <p:cNvPr id="725" name="Shape 723"/>
          <p:cNvSpPr/>
          <p:nvPr/>
        </p:nvSpPr>
        <p:spPr>
          <a:xfrm>
            <a:off x="6254750" y="6314440"/>
            <a:ext cx="5659755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26" name="Shape 724"/>
          <p:cNvSpPr/>
          <p:nvPr/>
        </p:nvSpPr>
        <p:spPr>
          <a:xfrm>
            <a:off x="6254750" y="6314440"/>
            <a:ext cx="76200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</a:ln>
        </p:spPr>
        <p:txBody>
          <a:bodyPr/>
          <a:p/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358" name="T8016"/>
          <p:cNvSpPr/>
          <p:nvPr/>
        </p:nvSpPr>
        <p:spPr>
          <a:xfrm>
            <a:off x="676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555" name="R8210"/>
          <p:cNvSpPr/>
          <p:nvPr/>
        </p:nvSpPr>
        <p:spPr>
          <a:xfrm>
            <a:off x="9886941" y="2522134"/>
            <a:ext cx="390000" cy="290000"/>
          </a:xfrm>
          <a:prstGeom prst="rect">
            <a:avLst/>
          </a:prstGeom>
          <a:solidFill>
            <a:srgbClr val="94A3B8">
              <a:alpha val="1882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51" name="T6208"/>
          <p:cNvSpPr/>
          <p:nvPr/>
        </p:nvSpPr>
        <p:spPr>
          <a:xfrm>
            <a:off x="2609384" y="560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zh-CN" sz="570" dirty="0"/>
          </a:p>
        </p:txBody>
      </p:sp>
      <p:sp>
        <p:nvSpPr>
          <p:cNvPr id="906" name="Rectangle 905"/>
          <p:cNvSpPr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908" name="Rectangle 907"/>
          <p:cNvSpPr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TextBox 908"/>
          <p:cNvSpPr txBox="1"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910" name="Rectangle 909"/>
          <p:cNvSpPr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TextBox 910"/>
          <p:cNvSpPr txBox="1"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912" name="Rectangle 911"/>
          <p:cNvSpPr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TextBox 912"/>
          <p:cNvSpPr txBox="1"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914" name="Rectangle 913"/>
          <p:cNvSpPr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TextBox 914"/>
          <p:cNvSpPr txBox="1"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TextBox 918"/>
          <p:cNvSpPr txBox="1"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TextBox 920"/>
          <p:cNvSpPr txBox="1"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TextBox 922"/>
          <p:cNvSpPr txBox="1"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TextBox 926"/>
          <p:cNvSpPr txBox="1"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28" name="Rectangle 927"/>
          <p:cNvSpPr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TextBox 928"/>
          <p:cNvSpPr txBox="1"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32" name="Rectangle 931"/>
          <p:cNvSpPr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TextBox 932"/>
          <p:cNvSpPr txBox="1"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TextBox 934"/>
          <p:cNvSpPr txBox="1"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38" name="Rectangle 937"/>
          <p:cNvSpPr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TextBox 938"/>
          <p:cNvSpPr txBox="1"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940" name="Rectangle 939"/>
          <p:cNvSpPr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TextBox 940"/>
          <p:cNvSpPr txBox="1"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944" name="Rectangle 943"/>
          <p:cNvSpPr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TextBox 944"/>
          <p:cNvSpPr txBox="1"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46" name="Rectangle 945"/>
          <p:cNvSpPr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TextBox 946"/>
          <p:cNvSpPr txBox="1"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950" name="Rectangle 949"/>
          <p:cNvSpPr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TextBox 950"/>
          <p:cNvSpPr txBox="1"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952" name="Rectangle 951"/>
          <p:cNvSpPr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956" name="Rectangle 955"/>
          <p:cNvSpPr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TextBox 956"/>
          <p:cNvSpPr txBox="1"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958" name="Rectangle 957"/>
          <p:cNvSpPr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TextBox 958"/>
          <p:cNvSpPr txBox="1"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962" name="Rectangle 961"/>
          <p:cNvSpPr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TextBox 962"/>
          <p:cNvSpPr txBox="1"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964" name="Rectangle 963"/>
          <p:cNvSpPr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TextBox 964"/>
          <p:cNvSpPr txBox="1"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219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50</a:t>
            </a:r>
          </a:p>
        </p:txBody>
      </p:sp>
      <p:sp>
        <p:nvSpPr>
          <p:cNvPr id="968" name="Rectangle 967"/>
          <p:cNvSpPr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39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974" name="Rectangle 973"/>
          <p:cNvSpPr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978" name="Rectangle 977"/>
          <p:cNvSpPr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TextBox 978"/>
          <p:cNvSpPr txBox="1"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980" name="Rectangle 979"/>
          <p:cNvSpPr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TextBox 980"/>
          <p:cNvSpPr txBox="1"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6" name="Rectangle 985"/>
          <p:cNvSpPr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990" name="Rectangle 989"/>
          <p:cNvSpPr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94" name="Rectangle 993"/>
          <p:cNvSpPr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96" name="Rectangle 995"/>
          <p:cNvSpPr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TextBox 996"/>
          <p:cNvSpPr txBox="1"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1000" name="Rectangle 999"/>
          <p:cNvSpPr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TextBox 1000"/>
          <p:cNvSpPr txBox="1"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02" name="Rectangle 1001"/>
          <p:cNvSpPr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1006" name="Rectangle 1005"/>
          <p:cNvSpPr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1008" name="Rectangle 1007"/>
          <p:cNvSpPr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TextBox 1008"/>
          <p:cNvSpPr txBox="1"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12" name="Rectangle 1011"/>
          <p:cNvSpPr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1014" name="Rectangle 1013"/>
          <p:cNvSpPr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1018" name="Rectangle 1017"/>
          <p:cNvSpPr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4" name="Rectangle 1023"/>
          <p:cNvSpPr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6" name="Rectangle 1025"/>
          <p:cNvSpPr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30" name="Rectangle 1029"/>
          <p:cNvSpPr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TextBox 1030"/>
          <p:cNvSpPr txBox="1"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32" name="Rectangle 1031"/>
          <p:cNvSpPr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TextBox 1032"/>
          <p:cNvSpPr txBox="1"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1034" name="Rectangle 1033"/>
          <p:cNvSpPr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80</a:t>
            </a:r>
          </a:p>
        </p:txBody>
      </p:sp>
      <p:sp>
        <p:nvSpPr>
          <p:cNvPr id="1036" name="Rectangle 1035"/>
          <p:cNvSpPr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040" name="Rectangle 1039"/>
          <p:cNvSpPr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042" name="Rectangle 1041"/>
          <p:cNvSpPr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TextBox 1042"/>
          <p:cNvSpPr txBox="1"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45</a:t>
            </a:r>
          </a:p>
        </p:txBody>
      </p:sp>
      <p:sp>
        <p:nvSpPr>
          <p:cNvPr id="1046" name="Rectangle 1045"/>
          <p:cNvSpPr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48" name="Rectangle 1047"/>
          <p:cNvSpPr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1052" name="Rectangle 1051"/>
          <p:cNvSpPr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1054" name="Rectangle 1053"/>
          <p:cNvSpPr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58" name="Rectangle 1057"/>
          <p:cNvSpPr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60" name="Rectangle 1059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TextBox 1060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78" name="Rectangle 1077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121" name="Rectangle 1120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24" name="Rectangle 1123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143" name="Rectangle 1142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152" name="Rectangle 1151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5" name="Rectangle 1154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8" name="Rectangle 1157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61" name="Rectangle 1160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4" name="Rectangle 1163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76" name="Rectangle 1175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9" name="Rectangle 1178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82" name="Rectangle 1181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85" name="Rectangle 1184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201" name="Rectangle 1200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247" name="Rectangle 1246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50" name="Rectangle 1249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3" name="Rectangle 1252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256" name="Rectangle 1255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59" name="Rectangle 1258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281" name="Rectangle 1280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4" name="Rectangle 1283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87" name="Rectangle 1286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90" name="Rectangle 1289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93" name="Rectangle 1292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96" name="Rectangle 1295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300" name="Rectangle 1299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303" name="Rectangle 1302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TextBox 1303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307" name="Rectangle 1306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310" name="Rectangle 1309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13" name="Rectangle 1312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16" name="Rectangle 1315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319" name="Rectangle 1318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322" name="Rectangle 1321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325" name="Rectangle 1324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28" name="Rectangle 1327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31" name="Rectangle 1330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34" name="Rectangle 1333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337" name="Rectangle 1336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40" name="Rectangle 1339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TextBox 1340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43" name="Rectangle 1342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346" name="Rectangle 1345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TextBox 1346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49" name="Rectangle 1348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TextBox 1349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51" name="TextBox 1350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353" name="Rectangle 1352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TextBox 1353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356" name="Rectangle 1355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359" name="Rectangle 1358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TextBox 1359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362" name="Rectangle 1361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TextBox 1362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365" name="Rectangle 1364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68" name="Rectangle 1367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TextBox 1368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371" name="Rectangle 1370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TextBox 1371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373" name="TextBox 1372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374" name="Rectangle 1373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TextBox 1374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377" name="Rectangle 1376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TextBox 1377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379" name="TextBox 1378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380" name="Rectangle 1379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TextBox 1380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382" name="TextBox 1381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383" name="Rectangle 1382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TextBox 1383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386" name="Rectangle 1385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TextBox 1386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389" name="Rectangle 1388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TextBox 1389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92" name="Rectangle 1391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TextBox 1392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395" name="Rectangle 1394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TextBox 1395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398" name="Rectangle 13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TextBox 13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400" name="TextBox 13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410" name="TextBox 14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416" name="Rectangle 1415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TextBox 14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19" name="Rectangle 1418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TextBox 14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422" name="Rectangle 1421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TextBox 14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5" name="Rectangle 1424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TextBox 14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8" name="Rectangle 1427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TextBox 14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31" name="Rectangle 1430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TextBox 14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434" name="Rectangle 1433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TextBox 14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437" name="Rectangle 1436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TextBox 14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61" name="TextBox 1460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462" name="Rectangle 1461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TextBox 1462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474" name="Rectangle 1473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7" name="Rectangle 1476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TextBox 1477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80" name="Rectangle 1479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TextBox 1480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483" name="Rectangle 1482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TextBox 1483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3" name="Rectangle 1522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26" name="Rectangle 1525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TextBox 1526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529" name="Rectangle 1528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TextBox 1529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563" name="Rectangle 1562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TextBox 1563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565" name="TextBox 1564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66" name="Rectangle 1565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TextBox 1566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568" name="TextBox 1567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569" name="Rectangle 1568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TextBox 1569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571" name="TextBox 1570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572" name="Rectangle 1571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TextBox 1572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574" name="TextBox 1573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575" name="Rectangle 1574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TextBox 1575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577" name="TextBox 1576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78" name="Rectangle 1577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TextBox 1578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580" name="TextBox 1579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81" name="Rectangle 1580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TextBox 1581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12" name="Rectangle 1611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TextBox 1612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640" name="Rectangle 1639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TextBox 1640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3" name="Rectangle 1642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TextBox 1643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6" name="Rectangle 1645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TextBox 1646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648" name="TextBox 1647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9" name="Rectangle 1648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TextBox 1649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51" name="TextBox 1650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652" name="Rectangle 1651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TextBox 1652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4" name="TextBox 1653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55" name="Rectangle 1654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TextBox 1655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7" name="TextBox 1656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58" name="Rectangle 1657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TextBox 1658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64" name="TextBox 1663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665" name="Rectangle 1664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TextBox 1665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67" name="TextBox 1666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68" name="Rectangle 1667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TextBox 1668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70" name="TextBox 1669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71" name="Rectangle 1670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TextBox 1671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73" name="TextBox 1672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74" name="TextBox 1673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675" name="Rectangle 1674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TextBox 1675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677" name="TextBox 1676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678" name="Rectangle 1677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80" name="TextBox 1679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81" name="Rectangle 1680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TextBox 1681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683" name="TextBox 1682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4" name="Rectangle 1683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86" name="TextBox 1685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687" name="Rectangle 1686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TextBox 1687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689" name="TextBox 1688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90" name="Rectangle 1689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TextBox 1690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92" name="TextBox 1691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93" name="Rectangle 1692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TextBox 1693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695" name="TextBox 1694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6" name="Rectangle 1695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TextBox 1696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698" name="TextBox 1697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699" name="Rectangle 1698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TextBox 1699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701" name="TextBox 1700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702" name="Rectangle 1701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TextBox 1702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704" name="TextBox 1703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705" name="Rectangle 1704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TextBox 1705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07" name="TextBox 1706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08" name="Rectangle 1707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TextBox 1708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0" name="TextBox 1709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1" name="Rectangle 1710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TextBox 1711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3" name="TextBox 1712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4" name="Rectangle 1713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TextBox 1714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716" name="TextBox 1715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7" name="TextBox 1716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18" name="Rectangle 1717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TextBox 1718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720" name="TextBox 1719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721" name="Rectangle 1720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TextBox 1721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723" name="TextBox 1722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724" name="Rectangle 1723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TextBox 1724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726" name="TextBox 1725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727" name="Rectangle 1726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TextBox 1727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729" name="TextBox 1728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730" name="Rectangle 1729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TextBox 1730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732" name="TextBox 1731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733" name="Rectangle 1732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TextBox 1733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735" name="TextBox 1734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736" name="Rectangle 1735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TextBox 1736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738" name="TextBox 1737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739" name="Rectangle 1738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TextBox 1739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741" name="TextBox 1740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742" name="Rectangle 1741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TextBox 1742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744" name="TextBox 1743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745" name="Rectangle 1744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TextBox 1745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747" name="TextBox 1746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748" name="Rectangle 1747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TextBox 1748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750" name="TextBox 1749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51" name="Rectangle 1750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TextBox 1751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753" name="TextBox 1752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754" name="Rectangle 1753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TextBox 1754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756" name="TextBox 1755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757" name="Rectangle 1756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TextBox 1757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759" name="TextBox 1758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760" name="Rectangle 1759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TextBox 1760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762" name="TextBox 1761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63" name="Rectangle 1762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TextBox 1763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765" name="TextBox 1764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766" name="TextBox 1765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768" name="TextBox 1767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769" name="TextBox 1768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771" name="TextBox 1770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772" name="TextBox 1771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775" name="TextBox 1774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778" name="TextBox 1777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784" name="Rectangle 1783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786" name="TextBox 1785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787" name="Rectangle 1786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789" name="TextBox 1788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0" name="Rectangle 1789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792" name="TextBox 1791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93" name="Rectangle 1792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TextBox 1793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0" name="Rectangle 1829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32" name="TextBox 1831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835" name="TextBox 1834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6" name="Rectangle 1835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838" name="TextBox 1837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9" name="TextBox 1858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60" name="TextBox 1859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861" name="Rectangle 1860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TextBox 1861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3" name="Rectangle 1872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TextBox 1873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875" name="TextBox 1874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6" name="Rectangle 1875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TextBox 1876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879" name="Rectangle 1878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TextBox 1879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82" name="Rectangle 1881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TextBox 1882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8" name="Rectangle 1887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TextBox 1888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894" name="Rectangle 1893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TextBox 1894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896" name="TextBox 1895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897" name="Rectangle 1896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TextBox 1897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899" name="TextBox 1898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900" name="Rectangle 1899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TextBox 1900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902" name="TextBox 1901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21" name="TextBox 1920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2" name="Rectangle 1921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TextBox 1922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24" name="TextBox 1923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27" name="TextBox 1926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8" name="Rectangle 1927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TextBox 1928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930" name="TextBox 1929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933" name="TextBox 1932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934" name="Rectangle 1933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TextBox 1934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36" name="TextBox 1935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939" name="TextBox 1938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940" name="Rectangle 1939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1" name="TextBox 1940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2" name="TextBox 1941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43" name="Rectangle 1942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TextBox 1943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5" name="TextBox 1944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46" name="Rectangle 1945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7" name="TextBox 1946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948" name="TextBox 1947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967" name="TextBox 1966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8" name="Rectangle 1967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TextBox 1968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970" name="TextBox 1969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973" name="TextBox 1972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974" name="Rectangle 1973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TextBox 1974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976" name="TextBox 1975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977" name="Rectangle 1976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TextBox 1977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0" name="Rectangle 1979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TextBox 1980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3" name="Rectangle 1982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TextBox 1983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986" name="Rectangle 1985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7" name="TextBox 1986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988" name="TextBox 1987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989" name="Rectangle 1988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0" name="TextBox 1989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91" name="TextBox 1990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992" name="Rectangle 1991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3" name="TextBox 1992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994" name="TextBox 1993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95" name="TextBox 1994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996" name="Rectangle 1995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TextBox 1996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998" name="TextBox 1997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999" name="Rectangle 1998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TextBox 1999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2001" name="TextBox 2000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2" name="Rectangle 2001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TextBox 2002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4" name="TextBox 2003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5" name="Rectangle 2004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TextBox 2005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007" name="TextBox 2006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8" name="Rectangle 2007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TextBox 2008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10" name="TextBox 2009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1" name="Rectangle 2010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TextBox 2011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013" name="TextBox 2012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4" name="Rectangle 2013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TextBox 2014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2016" name="TextBox 2015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017" name="TextBox 2016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018" name="Rectangle 2017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TextBox 2018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020" name="TextBox 2019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021" name="Rectangle 2020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TextBox 2021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023" name="TextBox 2022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24" name="Rectangle 2023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TextBox 2024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2026" name="TextBox 2025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27" name="TextBox 2026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028" name="Rectangle 2027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TextBox 2028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0" name="TextBox 2029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1" name="Rectangle 2030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TextBox 2031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3" name="TextBox 2032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4" name="Rectangle 2033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TextBox 2034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36" name="TextBox 2035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2037" name="Rectangle 2036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TextBox 2037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39" name="TextBox 2038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0" name="Rectangle 2039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TextBox 2040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2042" name="TextBox 2041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043" name="Rectangle 2042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TextBox 2043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2045" name="TextBox 2044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46" name="Rectangle 2045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TextBox 2046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048" name="TextBox 2047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9" name="Rectangle 2048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TextBox 2049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2051" name="TextBox 2050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52" name="Rectangle 2051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TextBox 2052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054" name="TextBox 2053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055" name="Rectangle 2054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TextBox 2055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57" name="TextBox 2056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58" name="Rectangle 2057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TextBox 2058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60" name="TextBox 2059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61" name="Rectangle 2060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TextBox 2061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2063" name="TextBox 2062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064" name="Rectangle 2063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TextBox 2064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066" name="TextBox 2065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67" name="Rectangle 2066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TextBox 2067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2069" name="TextBox 2068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070" name="Rectangle 2069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TextBox 2070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72" name="TextBox 2071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073" name="TextBox 2072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074" name="Rectangle 2073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TextBox 2074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2076" name="TextBox 2075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2077" name="Rectangle 2076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TextBox 2077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2079" name="TextBox 2078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2080" name="Rectangle 2079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TextBox 2080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2082" name="TextBox 2081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083" name="Rectangle 2082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TextBox 2083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2085" name="TextBox 2084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2086" name="Rectangle 2085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TextBox 2086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2088" name="TextBox 2087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89" name="Rectangle 2088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TextBox 2089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2091" name="TextBox 2090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2092" name="Rectangle 2091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TextBox 2092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2094" name="TextBox 2093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2095" name="Rectangle 2094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TextBox 2095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2097" name="TextBox 2096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098" name="Rectangle 2097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TextBox 2098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2100" name="TextBox 2099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1" name="Rectangle 2100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TextBox 2101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2103" name="TextBox 2102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104" name="Rectangle 2103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TextBox 2104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2106" name="TextBox 2105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7" name="Rectangle 2106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TextBox 2107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2109" name="TextBox 2108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2110" name="Rectangle 2109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TextBox 2110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2112" name="TextBox 2111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2113" name="Rectangle 2112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TextBox 2113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2115" name="TextBox 2114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2116" name="Rectangle 2115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TextBox 2116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2118" name="TextBox 2117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