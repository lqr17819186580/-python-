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904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6" r:id="rId19"/>
    <p:sldId id="277" r:id="rId20"/>
    <p:sldId id="278" r:id="rId21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4"/>
                <c:pt idx="0">
                  <c:v>488.74</c:v>
                </c:pt>
                <c:pt idx="1">
                  <c:v>72.17</c:v>
                </c:pt>
                <c:pt idx="2">
                  <c:v>24.87</c:v>
                </c:pt>
                <c:pt idx="3">
                  <c:v>19.38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4"/>
                <c:pt idx="0">
                  <c:v>63.54</c:v>
                </c:pt>
                <c:pt idx="1">
                  <c:v>15.45</c:v>
                </c:pt>
                <c:pt idx="2">
                  <c:v>4.39</c:v>
                </c:pt>
                <c:pt idx="3">
                  <c:v>23.97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4"/>
                <c:pt idx="0">
                  <c:v>6.42</c:v>
                </c:pt>
                <c:pt idx="1">
                  <c:v>0.39</c:v>
                </c:pt>
                <c:pt idx="2">
                  <c:v>0.0</c:v>
                </c:pt>
                <c:pt idx="3">
                  <c:v>9.24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3.9852</c:v>
                </c:pt>
                <c:pt idx="2">
                  <c:v>13.5372</c:v>
                </c:pt>
                <c:pt idx="3">
                  <c:v>16.8389</c:v>
                </c:pt>
                <c:pt idx="4">
                  <c:v>16.8841</c:v>
                </c:pt>
                <c:pt idx="5">
                  <c:v>23.3036</c:v>
                </c:pt>
                <c:pt idx="6">
                  <c:v>6.5540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6.5592</c:v>
                </c:pt>
                <c:pt idx="2">
                  <c:v>13.9272</c:v>
                </c:pt>
                <c:pt idx="3">
                  <c:v>16.1215</c:v>
                </c:pt>
                <c:pt idx="4">
                  <c:v>17.2306</c:v>
                </c:pt>
                <c:pt idx="5">
                  <c:v>21.9951</c:v>
                </c:pt>
                <c:pt idx="6">
                  <c:v>5.3989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4.4310</c:v>
                </c:pt>
                <c:pt idx="3">
                  <c:v>12.8148</c:v>
                </c:pt>
                <c:pt idx="4">
                  <c:v>21.1993</c:v>
                </c:pt>
                <c:pt idx="5">
                  <c:v>17.4175</c:v>
                </c:pt>
                <c:pt idx="6">
                  <c:v>6.5766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11.2611</c:v>
                </c:pt>
                <c:pt idx="5">
                  <c:v>13.8249</c:v>
                </c:pt>
                <c:pt idx="6">
                  <c:v>17.7919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10.2861</c:v>
                </c:pt>
                <c:pt idx="5">
                  <c:v>12.9396</c:v>
                </c:pt>
                <c:pt idx="6">
                  <c:v>10.4164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1.4980</c:v>
                </c:pt>
                <c:pt idx="3">
                  <c:v>2.2294</c:v>
                </c:pt>
                <c:pt idx="4">
                  <c:v>4.0297</c:v>
                </c:pt>
                <c:pt idx="5">
                  <c:v>8.3324</c:v>
                </c:pt>
                <c:pt idx="6">
                  <c:v>3.2884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9"/>
                <c:pt idx="0">
                  <c:v>227.6300</c:v>
                </c:pt>
                <c:pt idx="1">
                  <c:v>151.2100</c:v>
                </c:pt>
                <c:pt idx="2">
                  <c:v>109.9100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  <c:pt idx="8">
                  <c:v>19.3800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9"/>
                <c:pt idx="0">
                  <c:v>28.6200</c:v>
                </c:pt>
                <c:pt idx="1">
                  <c:v>19.2100</c:v>
                </c:pt>
                <c:pt idx="2">
                  <c:v>15.7100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  <c:pt idx="8">
                  <c:v>23.9700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9"/>
                <c:pt idx="0">
                  <c:v>0.0000</c:v>
                </c:pt>
                <c:pt idx="1">
                  <c:v>2.8100</c:v>
                </c:pt>
                <c:pt idx="2">
                  <c:v>3.6100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  <c:pt idx="8">
                  <c:v>9.2400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9"/>
                <c:pt idx="0">
                  <c:v>0.0000</c:v>
                </c:pt>
                <c:pt idx="1">
                  <c:v>166.7700</c:v>
                </c:pt>
                <c:pt idx="2">
                  <c:v>30.7700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  <c:pt idx="8">
                  <c:v>0.0000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11865.65</c:v>
                </c:pt>
                <c:pt idx="1">
                  <c:v>3938.94</c:v>
                </c:pt>
                <c:pt idx="2">
                  <c:v>2609.91</c:v>
                </c:pt>
                <c:pt idx="3">
                  <c:v>1327.8</c:v>
                </c:pt>
                <c:pt idx="4">
                  <c:v>1287.52</c:v>
                </c:pt>
                <c:pt idx="5">
                  <c:v>188.05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750" b="0" i="0" u="none" strike="noStrike" kern="1200" baseline="0">
                        <a:solidFill>
                          <a:schemeClr val="tx1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lang="en-US" altLang="zh-CN">
                        <a:solidFill>
                          <a:schemeClr val="tx1"/>
                        </a:solidFill>
                      </a:rPr>
                      <a:t>32.2</a:t>
                    </a:r>
                    <a:r>
                      <a:rPr>
                        <a:solidFill>
                          <a:schemeClr val="tx1"/>
                        </a:solidFill>
                      </a:rPr>
                      <a:t>.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3732.53</c:v>
                </c:pt>
                <c:pt idx="1">
                  <c:v>576.59</c:v>
                </c:pt>
                <c:pt idx="2">
                  <c:v>301.8</c:v>
                </c:pt>
                <c:pt idx="3">
                  <c:v>0.0</c:v>
                </c:pt>
                <c:pt idx="4">
                  <c:v>685.91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1204.1</c:v>
                </c:pt>
                <c:pt idx="1">
                  <c:v>187.42</c:v>
                </c:pt>
                <c:pt idx="2">
                  <c:v>0.0</c:v>
                </c:pt>
                <c:pt idx="3">
                  <c:v>0.0</c:v>
                </c:pt>
                <c:pt idx="4">
                  <c:v>78.0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4269.8</c:v>
                </c:pt>
                <c:pt idx="1">
                  <c:v>3938.94</c:v>
                </c:pt>
                <c:pt idx="2">
                  <c:v>3490.59</c:v>
                </c:pt>
                <c:pt idx="3">
                  <c:v>2781.85</c:v>
                </c:pt>
                <c:pt idx="4">
                  <c:v>2718.31</c:v>
                </c:pt>
                <c:pt idx="5">
                  <c:v>2591.81</c:v>
                </c:pt>
                <c:pt idx="6">
                  <c:v>1937.79</c:v>
                </c:pt>
                <c:pt idx="7">
                  <c:v>1885.7</c:v>
                </c:pt>
                <c:pt idx="8">
                  <c:v>1248.0</c:v>
                </c:pt>
                <c:pt idx="9">
                  <c:v>834.66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893.28</c:v>
                </c:pt>
                <c:pt idx="1">
                  <c:v>576.59</c:v>
                </c:pt>
                <c:pt idx="2">
                  <c:v>453.66</c:v>
                </c:pt>
                <c:pt idx="3">
                  <c:v>101.07</c:v>
                </c:pt>
                <c:pt idx="4">
                  <c:v>237.69</c:v>
                </c:pt>
                <c:pt idx="5">
                  <c:v>301.8</c:v>
                </c:pt>
                <c:pt idx="6">
                  <c:v>2396.71</c:v>
                </c:pt>
                <c:pt idx="7">
                  <c:v>77.94</c:v>
                </c:pt>
                <c:pt idx="8">
                  <c:v>0.0</c:v>
                </c:pt>
                <c:pt idx="9">
                  <c:v>126.91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174.02</c:v>
                </c:pt>
                <c:pt idx="1">
                  <c:v>187.42</c:v>
                </c:pt>
                <c:pt idx="2">
                  <c:v>96.0</c:v>
                </c:pt>
                <c:pt idx="3">
                  <c:v>0.0</c:v>
                </c:pt>
                <c:pt idx="4">
                  <c:v>28.5</c:v>
                </c:pt>
                <c:pt idx="5">
                  <c:v>0.0</c:v>
                </c:pt>
                <c:pt idx="6">
                  <c:v>923.58</c:v>
                </c:pt>
                <c:pt idx="7">
                  <c:v>78.0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5.76</c:v>
                </c:pt>
                <c:pt idx="6">
                  <c:v>2.11</c:v>
                </c:pt>
                <c:pt idx="7">
                  <c:v>5.99</c:v>
                </c:pt>
                <c:pt idx="8">
                  <c:v>2.93</c:v>
                </c:pt>
                <c:pt idx="9">
                  <c:v>9.72</c:v>
                </c:pt>
                <c:pt idx="10">
                  <c:v>11.0</c:v>
                </c:pt>
                <c:pt idx="11">
                  <c:v>11.96</c:v>
                </c:pt>
                <c:pt idx="12">
                  <c:v>3.0</c:v>
                </c:pt>
                <c:pt idx="13">
                  <c:v>6.31</c:v>
                </c:pt>
                <c:pt idx="14">
                  <c:v>5.65</c:v>
                </c:pt>
                <c:pt idx="15">
                  <c:v>16.81</c:v>
                </c:pt>
                <c:pt idx="16">
                  <c:v>3.52</c:v>
                </c:pt>
                <c:pt idx="17">
                  <c:v>9.24</c:v>
                </c:pt>
                <c:pt idx="18">
                  <c:v>8.99</c:v>
                </c:pt>
                <c:pt idx="19">
                  <c:v>10.09</c:v>
                </c:pt>
                <c:pt idx="20">
                  <c:v>8.22</c:v>
                </c:pt>
                <c:pt idx="21">
                  <c:v>6.73</c:v>
                </c:pt>
                <c:pt idx="22">
                  <c:v>11.55</c:v>
                </c:pt>
                <c:pt idx="23">
                  <c:v>12.74</c:v>
                </c:pt>
                <c:pt idx="24">
                  <c:v>11.17</c:v>
                </c:pt>
                <c:pt idx="25">
                  <c:v>6.14</c:v>
                </c:pt>
                <c:pt idx="26">
                  <c:v>5.39</c:v>
                </c:pt>
                <c:pt idx="27">
                  <c:v>8.19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4.21</c:v>
                </c:pt>
                <c:pt idx="6">
                  <c:v>2.65</c:v>
                </c:pt>
                <c:pt idx="7">
                  <c:v>3.51</c:v>
                </c:pt>
                <c:pt idx="8">
                  <c:v>2.03</c:v>
                </c:pt>
                <c:pt idx="9">
                  <c:v>7.76</c:v>
                </c:pt>
                <c:pt idx="10">
                  <c:v>8.79</c:v>
                </c:pt>
                <c:pt idx="11">
                  <c:v>17.9</c:v>
                </c:pt>
                <c:pt idx="12">
                  <c:v>5.91</c:v>
                </c:pt>
                <c:pt idx="13">
                  <c:v>4.34</c:v>
                </c:pt>
                <c:pt idx="14">
                  <c:v>5.12</c:v>
                </c:pt>
                <c:pt idx="15">
                  <c:v>7.78</c:v>
                </c:pt>
                <c:pt idx="16">
                  <c:v>13.07</c:v>
                </c:pt>
                <c:pt idx="17">
                  <c:v>6.0</c:v>
                </c:pt>
                <c:pt idx="18">
                  <c:v>10.54</c:v>
                </c:pt>
                <c:pt idx="19">
                  <c:v>7.29</c:v>
                </c:pt>
                <c:pt idx="20">
                  <c:v>13.52</c:v>
                </c:pt>
                <c:pt idx="21">
                  <c:v>7.22</c:v>
                </c:pt>
                <c:pt idx="22">
                  <c:v>6.98</c:v>
                </c:pt>
                <c:pt idx="23">
                  <c:v>12.53</c:v>
                </c:pt>
                <c:pt idx="24">
                  <c:v>16.25</c:v>
                </c:pt>
                <c:pt idx="25">
                  <c:v>6.45</c:v>
                </c:pt>
                <c:pt idx="26">
                  <c:v>3.35</c:v>
                </c:pt>
                <c:pt idx="27">
                  <c:v>5.54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2.61</c:v>
                </c:pt>
                <c:pt idx="11">
                  <c:v>2.01</c:v>
                </c:pt>
                <c:pt idx="12">
                  <c:v>11.05</c:v>
                </c:pt>
                <c:pt idx="13">
                  <c:v>4.44</c:v>
                </c:pt>
                <c:pt idx="14">
                  <c:v>15.15</c:v>
                </c:pt>
                <c:pt idx="15">
                  <c:v>7.93</c:v>
                </c:pt>
                <c:pt idx="16">
                  <c:v>8.84</c:v>
                </c:pt>
                <c:pt idx="17">
                  <c:v>4.27</c:v>
                </c:pt>
                <c:pt idx="18">
                  <c:v>10.55</c:v>
                </c:pt>
                <c:pt idx="19">
                  <c:v>9.19</c:v>
                </c:pt>
                <c:pt idx="20">
                  <c:v>8.04</c:v>
                </c:pt>
                <c:pt idx="21">
                  <c:v>3.37</c:v>
                </c:pt>
                <c:pt idx="22">
                  <c:v>7.21</c:v>
                </c:pt>
                <c:pt idx="23">
                  <c:v>5.9</c:v>
                </c:pt>
                <c:pt idx="24">
                  <c:v>11.92</c:v>
                </c:pt>
                <c:pt idx="25">
                  <c:v>8.73</c:v>
                </c:pt>
                <c:pt idx="26">
                  <c:v>12.86</c:v>
                </c:pt>
                <c:pt idx="27">
                  <c:v>5.72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4.13M/7件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3.42M/10件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4.21</c:v>
                </c:pt>
                <c:pt idx="4">
                  <c:v>4.13</c:v>
                </c:pt>
                <c:pt idx="5">
                  <c:v>3.42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7.0</c:v>
                </c:pt>
                <c:pt idx="1">
                  <c:v>3.46</c:v>
                </c:pt>
                <c:pt idx="2">
                  <c:v>4.29</c:v>
                </c:pt>
                <c:pt idx="3">
                  <c:v>3.12</c:v>
                </c:pt>
                <c:pt idx="4">
                  <c:v>2.73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5.77M/12件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3.74M/6件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4.59M/13件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5.77</c:v>
                </c:pt>
                <c:pt idx="4">
                  <c:v>3.74</c:v>
                </c:pt>
                <c:pt idx="5">
                  <c:v>4.59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10.90M/6件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10.9</c:v>
                </c:pt>
                <c:pt idx="1">
                  <c:v>3.46</c:v>
                </c:pt>
                <c:pt idx="2">
                  <c:v>5.07</c:v>
                </c:pt>
                <c:pt idx="3">
                  <c:v>2.73</c:v>
                </c:pt>
                <c:pt idx="4">
                  <c:v>3.12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12.80M/23件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25.66M/28件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14.68M/11件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1.56M/3件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25.66</c:v>
                </c:pt>
                <c:pt idx="4">
                  <c:v>14.68</c:v>
                </c:pt>
                <c:pt idx="5">
                  <c:v>3.51</c:v>
                </c:pt>
                <c:pt idx="6">
                  <c:v>1.56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1.56M/2件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7.02M/5件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1.56</c:v>
                </c:pt>
                <c:pt idx="4">
                  <c:v>7.02</c:v>
                </c:pt>
                <c:pt idx="5">
                  <c:v>2.73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187.52</c:v>
                </c:pt>
                <c:pt idx="1">
                  <c:v>40.1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16.92</c:v>
                </c:pt>
                <c:pt idx="1">
                  <c:v>11.7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227.63</c:v>
                </c:pt>
                <c:pt idx="1">
                  <c:v>-27.629999999999995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0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1.8188</c:v>
                </c:pt>
                <c:pt idx="3">
                  <c:v>4.0000</c:v>
                </c:pt>
                <c:pt idx="4">
                  <c:v>0.0088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1.8000</c:v>
                </c:pt>
                <c:pt idx="3">
                  <c:v>0.0188</c:v>
                </c:pt>
                <c:pt idx="4">
                  <c:v>4.0088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2.0780</c:v>
                </c:pt>
                <c:pt idx="1">
                  <c:v>12.0000</c:v>
                </c:pt>
                <c:pt idx="2">
                  <c:v>0.4992</c:v>
                </c:pt>
                <c:pt idx="3">
                  <c:v>0.0000</c:v>
                </c:pt>
                <c:pt idx="4">
                  <c:v>5.8276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10" Type="http://schemas.openxmlformats.org/officeDocument/2006/relationships/chart" Target="../charts/chart904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tags" Target="../tags/tag60.xml"/><Relationship Id="rId9" Type="http://schemas.openxmlformats.org/officeDocument/2006/relationships/tags" Target="../tags/tag61.xml"/><Relationship Id="rId10" Type="http://schemas.openxmlformats.org/officeDocument/2006/relationships/tags" Target="../tags/tag62.xml"/><Relationship Id="rId11" Type="http://schemas.openxmlformats.org/officeDocument/2006/relationships/tags" Target="../tags/tag63.xml"/><Relationship Id="rId12" Type="http://schemas.openxmlformats.org/officeDocument/2006/relationships/tags" Target="../tags/tag64.xml"/><Relationship Id="rId13" Type="http://schemas.openxmlformats.org/officeDocument/2006/relationships/tags" Target="../tags/tag65.xml"/><Relationship Id="rId14" Type="http://schemas.openxmlformats.org/officeDocument/2006/relationships/tags" Target="../tags/tag66.xml"/><Relationship Id="rId15" Type="http://schemas.openxmlformats.org/officeDocument/2006/relationships/tags" Target="../tags/tag67.xml"/><Relationship Id="rId16" Type="http://schemas.openxmlformats.org/officeDocument/2006/relationships/tags" Target="../tags/tag68.xml"/><Relationship Id="rId17" Type="http://schemas.openxmlformats.org/officeDocument/2006/relationships/tags" Target="../tags/tag69.xml"/><Relationship Id="rId18" Type="http://schemas.openxmlformats.org/officeDocument/2006/relationships/tags" Target="../tags/tag70.xml"/><Relationship Id="rId19" Type="http://schemas.openxmlformats.org/officeDocument/2006/relationships/tags" Target="../tags/tag71.xml"/><Relationship Id="rId20" Type="http://schemas.openxmlformats.org/officeDocument/2006/relationships/tags" Target="../tags/tag72.xml"/><Relationship Id="rId21" Type="http://schemas.openxmlformats.org/officeDocument/2006/relationships/tags" Target="../tags/tag73.xml"/><Relationship Id="rId22" Type="http://schemas.openxmlformats.org/officeDocument/2006/relationships/tags" Target="../tags/tag74.xml"/><Relationship Id="rId23" Type="http://schemas.openxmlformats.org/officeDocument/2006/relationships/tags" Target="../tags/tag75.xml"/><Relationship Id="rId24" Type="http://schemas.openxmlformats.org/officeDocument/2006/relationships/tags" Target="../tags/tag76.xml"/><Relationship Id="rId25" Type="http://schemas.openxmlformats.org/officeDocument/2006/relationships/tags" Target="../tags/tag77.xml"/><Relationship Id="rId26" Type="http://schemas.openxmlformats.org/officeDocument/2006/relationships/tags" Target="../tags/tag78.xml"/><Relationship Id="rId27" Type="http://schemas.openxmlformats.org/officeDocument/2006/relationships/tags" Target="../tags/tag79.xml"/><Relationship Id="rId28" Type="http://schemas.openxmlformats.org/officeDocument/2006/relationships/tags" Target="../tags/tag80.xml"/><Relationship Id="rId29" Type="http://schemas.openxmlformats.org/officeDocument/2006/relationships/tags" Target="../tags/tag81.xml"/><Relationship Id="rId30" Type="http://schemas.openxmlformats.org/officeDocument/2006/relationships/tags" Target="../tags/tag82.xml"/><Relationship Id="rId31" Type="http://schemas.openxmlformats.org/officeDocument/2006/relationships/tags" Target="../tags/tag83.xml"/><Relationship Id="rId32" Type="http://schemas.openxmlformats.org/officeDocument/2006/relationships/chart" Target="../charts/chart21.xml"/><Relationship Id="rId33" Type="http://schemas.openxmlformats.org/officeDocument/2006/relationships/chart" Target="../charts/chart22.xml"/><Relationship Id="rId34" Type="http://schemas.openxmlformats.org/officeDocument/2006/relationships/chart" Target="../charts/chart23.xml"/><Relationship Id="rId35" Type="http://schemas.openxmlformats.org/officeDocument/2006/relationships/tags" Target="../tags/tag84.xml"/><Relationship Id="rId36" Type="http://schemas.openxmlformats.org/officeDocument/2006/relationships/chart" Target="../charts/chart24.xml"/><Relationship Id="rId37" Type="http://schemas.openxmlformats.org/officeDocument/2006/relationships/chart" Target="../charts/chart25.xml"/><Relationship Id="rId38" Type="http://schemas.openxmlformats.org/officeDocument/2006/relationships/tags" Target="../tags/tag85.xml"/><Relationship Id="rId39" Type="http://schemas.openxmlformats.org/officeDocument/2006/relationships/tags" Target="../tags/tag86.xml"/><Relationship Id="rId40" Type="http://schemas.openxmlformats.org/officeDocument/2006/relationships/tags" Target="../tags/tag87.xml"/><Relationship Id="rId41" Type="http://schemas.openxmlformats.org/officeDocument/2006/relationships/tags" Target="../tags/tag88.xml"/><Relationship Id="rId42" Type="http://schemas.openxmlformats.org/officeDocument/2006/relationships/tags" Target="../tags/tag89.xml"/><Relationship Id="rId43" Type="http://schemas.openxmlformats.org/officeDocument/2006/relationships/tags" Target="../tags/tag90.xml"/><Relationship Id="rId44" Type="http://schemas.openxmlformats.org/officeDocument/2006/relationships/tags" Target="../tags/tag91.xml"/><Relationship Id="rId45" Type="http://schemas.openxmlformats.org/officeDocument/2006/relationships/tags" Target="../tags/tag92.xml"/><Relationship Id="rId46" Type="http://schemas.openxmlformats.org/officeDocument/2006/relationships/tags" Target="../tags/tag93.xml"/><Relationship Id="rId47" Type="http://schemas.openxmlformats.org/officeDocument/2006/relationships/tags" Target="../tags/tag94.xml"/><Relationship Id="rId48" Type="http://schemas.openxmlformats.org/officeDocument/2006/relationships/tags" Target="../tags/tag95.xml"/><Relationship Id="rId49" Type="http://schemas.openxmlformats.org/officeDocument/2006/relationships/tags" Target="../tags/tag96.xml"/><Relationship Id="rId50" Type="http://schemas.openxmlformats.org/officeDocument/2006/relationships/tags" Target="../tags/tag97.xml"/><Relationship Id="rId51" Type="http://schemas.openxmlformats.org/officeDocument/2006/relationships/tags" Target="../tags/tag98.xml"/><Relationship Id="rId52" Type="http://schemas.openxmlformats.org/officeDocument/2006/relationships/tags" Target="../tags/tag99.xml"/><Relationship Id="rId53" Type="http://schemas.openxmlformats.org/officeDocument/2006/relationships/tags" Target="../tags/tag100.xml"/><Relationship Id="rId54" Type="http://schemas.openxmlformats.org/officeDocument/2006/relationships/tags" Target="../tags/tag101.xml"/><Relationship Id="rId55" Type="http://schemas.openxmlformats.org/officeDocument/2006/relationships/tags" Target="../tags/tag102.xml"/><Relationship Id="rId56" Type="http://schemas.openxmlformats.org/officeDocument/2006/relationships/tags" Target="../tags/tag103.xml"/><Relationship Id="rId57" Type="http://schemas.openxmlformats.org/officeDocument/2006/relationships/image" Target="../media/image13.png"/><Relationship Id="rId58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605.2M，达成率 54.4%，全年目标 1113M 缺口约 508M。3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未批核（107.3M，235 件）与待签（16.0M，42 件）合计 123.4M 在管道中，占批核 APE 的 20%。若能快速推进至生效，可直接拉升达成率逾 11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488.7M 占全渠道 80.8%，是唯一业绩主力；未批核 63.5M 是最大转化机会。其余渠道：代理人业务（批核 72.2M）、KA业务（批核 24.9M）、MGA业务（批核 19.4M），体量较小，需明确各渠道扩量优先级。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32.9M，节后启动正常，后续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1113M 还需约 508M，剩余 9 个月月均需 56.4M。若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目标976M  |  缺口464M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130.8M（163 件），集中度高。头部产品「万年青·卓金保险计划II」贡献 27.2M/45 件，件均 60.4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2111781" y="4872019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r>
              <a:t>MGA</a:t>
            </a: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BK</a:t>
            </a:r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永明经代</a:t>
            </a:r>
          </a:p>
        </p:txBody>
      </p:sp>
      <p:sp>
        <p:nvSpPr>
          <p:cNvPr id="72" name="Shape 69"/>
          <p:cNvSpPr/>
          <p:nvPr/>
        </p:nvSpPr>
        <p:spPr>
          <a:xfrm>
            <a:off x="1647817" y="2658541"/>
            <a:ext cx="461281" cy="4612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3134821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同行经代</a:t>
            </a:r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ICLUB</a:t>
            </a:r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成事家办</a:t>
            </a:r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合伙转介</a:t>
            </a:r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IFA</a:t>
            </a:r>
          </a:p>
        </p:txBody>
      </p:sp>
      <p:sp>
        <p:nvSpPr>
          <p:cNvPr id="84" name="Shape 81"/>
          <p:cNvSpPr/>
          <p:nvPr/>
        </p:nvSpPr>
        <p:spPr>
          <a:xfrm>
            <a:off x="493449" y="1295574"/>
            <a:ext cx="326941" cy="326941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64.5M）但达成率仅 33.4%，是最大战略风险点。IFA业务达成率仅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728.5M，距目标 1113M 仍差 384M。若未批核 107.3M 与待签 16.0M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01976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84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2627579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98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273425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−4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98"/>
            <a:ext cx="238760" cy="1405985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442667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−110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341998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19118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577712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354832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680556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457676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652322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429442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40"/>
          <p:cNvSpPr/>
          <p:nvPr/>
        </p:nvSpPr>
        <p:spPr>
          <a:xfrm>
            <a:off x="9900448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MGA业务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41"/>
          <p:cNvGraphicFramePr>
            <a:graphicFrameLocks noGrp="1"/>
          </p:cNvGraphicFramePr>
          <p:nvPr/>
        </p:nvGraphicFramePr>
        <p:xfrm>
          <a:off x="9891308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27.6M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83" name="Text 82"/>
          <p:cNvSpPr/>
          <p:nvPr/>
        </p:nvSpPr>
        <p:spPr>
          <a:xfrm>
            <a:off x="314019" y="163751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MGA</a:t>
            </a:r>
          </a:p>
        </p:txBody>
      </p:sp>
      <p:sp>
        <p:nvSpPr>
          <p:cNvPr id="177" name="Shape_315"/>
          <p:cNvSpPr/>
          <p:nvPr/>
        </p:nvSpPr>
        <p:spPr>
          <a:xfrm>
            <a:off x="6626860" y="3696905"/>
            <a:ext cx="241300" cy="708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646545" y="3474025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−19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3822220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382222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397222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382222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3822220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391366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3822220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391366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3822220"/>
            <a:ext cx="31789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3920956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30555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30555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45555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30555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305552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396992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305552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396992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305552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404288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338888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338888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488888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129.2M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33888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338888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430328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338888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430328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338888"/>
            <a:ext cx="95963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437624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109.9▌15.7▌3.6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4316664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431666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446666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431666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4316664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4408104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4316664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4408104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4316664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4415400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84444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84444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199444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184444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1844444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1935884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1844444"/>
            <a:ext cx="42070" cy="347472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1943180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2833332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283333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298333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283333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2833332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2924772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2833332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2924772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2833332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2932068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合伙转介业务未批核占比最高（50%），金额达 4.4M，催核优先级最高。其余业务线管道分布相对均衡，需按未批核规模排序推进。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728.5M 中，批核占 83.1%（605.2M）。剩余 123.4M（未批 107.3M + 待签 16.0M）若转化可直接推高达成率 11+。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已达目标 200M 的 113.8%，是唯一接近达标的业务线。永明经代目标最大（340M）但实际仅 151.2M，缺口 189M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327776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327776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477776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32777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327776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419216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327776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419216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327776"/>
            <a:ext cx="20090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426512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350000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35000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50000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35000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448736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  <p:sp>
        <p:nvSpPr>
          <p:cNvPr id="401" name="Text_MGA"/>
          <p:cNvSpPr txBox="1"/>
          <p:nvPr/>
        </p:nvSpPr>
        <p:spPr>
          <a:xfrm>
            <a:off x="299720" y="4811108"/>
            <a:ext cx="1243584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402" name="Text_MGA_total"/>
          <p:cNvSpPr txBox="1"/>
          <p:nvPr/>
        </p:nvSpPr>
        <p:spPr>
          <a:xfrm>
            <a:off x="299720" y="4961108"/>
            <a:ext cx="1243584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合计 52.6M</a:t>
            </a:r>
          </a:p>
        </p:txBody>
      </p:sp>
      <p:sp>
        <p:nvSpPr>
          <p:cNvPr id="403" name="Text_MGA_pct1"/>
          <p:cNvSpPr txBox="1"/>
          <p:nvPr/>
        </p:nvSpPr>
        <p:spPr>
          <a:xfrm>
            <a:off x="1616456" y="4902548"/>
            <a:ext cx="5000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6B3A"/>
                </a:solidFill>
                <a:latin typeface="Calibri"/>
              </a:rPr>
              <a:t>37%</a:t>
            </a:r>
          </a:p>
        </p:txBody>
      </p:sp>
      <p:sp>
        <p:nvSpPr>
          <p:cNvPr id="404" name="Text_MGA_pct2"/>
          <p:cNvSpPr txBox="1"/>
          <p:nvPr/>
        </p:nvSpPr>
        <p:spPr>
          <a:xfrm>
            <a:off x="2653916" y="4902548"/>
            <a:ext cx="5000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8890A"/>
                </a:solidFill>
                <a:latin typeface="Calibri"/>
              </a:rPr>
              <a:t>46%</a:t>
            </a:r>
          </a:p>
        </p:txBody>
      </p:sp>
      <p:sp>
        <p:nvSpPr>
          <p:cNvPr id="405" name="Text_MGA_stack"/>
          <p:cNvSpPr txBox="1"/>
          <p:nvPr/>
        </p:nvSpPr>
        <p:spPr>
          <a:xfrm>
            <a:off x="3198368" y="4909844"/>
            <a:ext cx="1500000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0"/>
                </a:solidFill>
                <a:latin typeface="Calibri"/>
              </a:rPr>
              <a:t>19.4▌24.0▌9.2</a:t>
            </a:r>
          </a:p>
        </p:txBody>
      </p:sp>
      <p:sp>
        <p:nvSpPr>
          <p:cNvPr id="406" name="Shape_MGA_0"/>
          <p:cNvSpPr/>
          <p:nvPr/>
        </p:nvSpPr>
        <p:spPr>
          <a:xfrm>
            <a:off x="226568" y="4811108"/>
            <a:ext cx="36576" cy="347472"/>
          </a:xfrm>
          <a:prstGeom prst="rect">
            <a:avLst/>
          </a:prstGeom>
          <a:solidFill>
            <a:srgbClr val="D1D5D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Shape_MGA_1"/>
          <p:cNvSpPr/>
          <p:nvPr/>
        </p:nvSpPr>
        <p:spPr>
          <a:xfrm>
            <a:off x="1579880" y="4847684"/>
            <a:ext cx="579692" cy="274320"/>
          </a:xfrm>
          <a:prstGeom prst="rect">
            <a:avLst/>
          </a:prstGeom>
          <a:solidFill>
            <a:srgbClr val="1A6B3A"/>
          </a:solidFill>
          <a:ln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Shape_MGA_2"/>
          <p:cNvSpPr/>
          <p:nvPr/>
        </p:nvSpPr>
        <p:spPr>
          <a:xfrm>
            <a:off x="2159572" y="4847684"/>
            <a:ext cx="716988" cy="274320"/>
          </a:xfrm>
          <a:prstGeom prst="rect">
            <a:avLst/>
          </a:prstGeom>
          <a:solidFill>
            <a:srgbClr val="C8890A"/>
          </a:solidFill>
          <a:ln>
            <a:solidFill>
              <a:srgbClr val="C889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Shape_MGA_3"/>
          <p:cNvSpPr/>
          <p:nvPr/>
        </p:nvSpPr>
        <p:spPr>
          <a:xfrm>
            <a:off x="2876560" y="4847684"/>
            <a:ext cx="276088" cy="27432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602.0M 显著高于预约 440.9M，反映跨周积压存量消化效应。签单累计 425.8M，递交→批核转化效率较高。W07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32.8M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21.0M/43件；批核 6.9M/29件。未批核 107.3M（235件）是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1030.6M（占全业务 170.3%），高度集中。 以 576.8M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" y="3657600"/>
            <a:ext cx="5943600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7" name="Shape 205"/>
          <p:cNvSpPr/>
          <p:nvPr/>
        </p:nvSpPr>
        <p:spPr>
          <a:xfrm>
            <a:off x="6254750" y="4434840"/>
            <a:ext cx="5659755" cy="2997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8" name="Shape 206"/>
          <p:cNvSpPr/>
          <p:nvPr/>
        </p:nvSpPr>
        <p:spPr>
          <a:xfrm>
            <a:off x="6254750" y="4434840"/>
            <a:ext cx="76200" cy="29972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14" name="Shape 212"/>
          <p:cNvSpPr/>
          <p:nvPr/>
        </p:nvSpPr>
        <p:spPr>
          <a:xfrm>
            <a:off x="6254750" y="4690745"/>
            <a:ext cx="5659755" cy="29972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15" name="Shape 213"/>
          <p:cNvSpPr/>
          <p:nvPr/>
        </p:nvSpPr>
        <p:spPr>
          <a:xfrm>
            <a:off x="6254750" y="4690745"/>
            <a:ext cx="76200" cy="2997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221" name="Shape 219"/>
          <p:cNvSpPr/>
          <p:nvPr/>
        </p:nvSpPr>
        <p:spPr>
          <a:xfrm>
            <a:off x="6254750" y="4946650"/>
            <a:ext cx="5659755" cy="2997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2" name="Shape 220"/>
          <p:cNvSpPr/>
          <p:nvPr/>
        </p:nvSpPr>
        <p:spPr>
          <a:xfrm>
            <a:off x="6254750" y="4946650"/>
            <a:ext cx="76200" cy="29972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28" name="Shape 226"/>
          <p:cNvSpPr/>
          <p:nvPr/>
        </p:nvSpPr>
        <p:spPr>
          <a:xfrm>
            <a:off x="6254750" y="5203190"/>
            <a:ext cx="5659755" cy="29972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9" name="Shape 227"/>
          <p:cNvSpPr/>
          <p:nvPr/>
        </p:nvSpPr>
        <p:spPr>
          <a:xfrm>
            <a:off x="6254750" y="5203190"/>
            <a:ext cx="76200" cy="29972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235" name="Shape 233"/>
          <p:cNvSpPr/>
          <p:nvPr/>
        </p:nvSpPr>
        <p:spPr>
          <a:xfrm>
            <a:off x="6254750" y="5459095"/>
            <a:ext cx="5659755" cy="29972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6" name="Shape 234"/>
          <p:cNvSpPr/>
          <p:nvPr/>
        </p:nvSpPr>
        <p:spPr>
          <a:xfrm>
            <a:off x="6254750" y="5459095"/>
            <a:ext cx="76200" cy="29972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242" name="Shape 240"/>
          <p:cNvSpPr/>
          <p:nvPr/>
        </p:nvSpPr>
        <p:spPr>
          <a:xfrm>
            <a:off x="6254750" y="5715000"/>
            <a:ext cx="5659755" cy="29972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3" name="Shape 241"/>
          <p:cNvSpPr/>
          <p:nvPr/>
        </p:nvSpPr>
        <p:spPr>
          <a:xfrm>
            <a:off x="6254750" y="5715000"/>
            <a:ext cx="76200" cy="299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716" name="Shape 714"/>
          <p:cNvSpPr/>
          <p:nvPr/>
        </p:nvSpPr>
        <p:spPr>
          <a:xfrm>
            <a:off x="6254750" y="6014720"/>
            <a:ext cx="5659755" cy="299720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17" name="Shape 715"/>
          <p:cNvSpPr/>
          <p:nvPr/>
        </p:nvSpPr>
        <p:spPr>
          <a:xfrm>
            <a:off x="6254750" y="6014720"/>
            <a:ext cx="76200" cy="299720"/>
          </a:xfrm>
          <a:prstGeom prst="rect">
            <a:avLst/>
          </a:prstGeom>
          <a:solidFill>
            <a:srgbClr val="A0A0A0"/>
          </a:solidFill>
          <a:ln w="7620">
            <a:solidFill>
              <a:srgbClr val="A0A0A0"/>
            </a:solidFill>
          </a:ln>
        </p:spPr>
        <p:txBody>
          <a:bodyPr/>
          <a:p/>
        </p:txBody>
      </p:sp>
      <p:sp>
        <p:nvSpPr>
          <p:cNvPr id="725" name="Shape 723"/>
          <p:cNvSpPr/>
          <p:nvPr/>
        </p:nvSpPr>
        <p:spPr>
          <a:xfrm>
            <a:off x="6254750" y="6314440"/>
            <a:ext cx="5659755" cy="299720"/>
          </a:xfrm>
          <a:prstGeom prst="rect">
            <a:avLst/>
          </a:prstGeom>
          <a:solidFill>
            <a:srgbClr val="1F3864"/>
          </a:solidFill>
          <a:ln w="762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26" name="Shape 724"/>
          <p:cNvSpPr/>
          <p:nvPr/>
        </p:nvSpPr>
        <p:spPr>
          <a:xfrm>
            <a:off x="6254750" y="6314440"/>
            <a:ext cx="76200" cy="299720"/>
          </a:xfrm>
          <a:prstGeom prst="rect">
            <a:avLst/>
          </a:prstGeom>
          <a:solidFill>
            <a:srgbClr val="1F3864"/>
          </a:solidFill>
          <a:ln w="7620">
            <a:solidFill>
              <a:srgbClr val="1F3864"/>
            </a:solidFill>
          </a:ln>
        </p:spPr>
        <p:txBody>
          <a:bodyPr/>
          <a:p/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BK业务件均 APE 最高（116万）且平均时效 71.8 天（P90=145 天），是唯一超 SLA=60 天渠道，大额件审核慢是主要风险。MGA业务均值 18.3 天效率最优。整体均值 30 天，P90=72 天。BK业务 平均时效超 60 天 SLA。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388.3M/948件。永明经代领跑，累计 125.3M/355件，占比 32%。W05 单周峰值 28.2M/32件，是本季度最高单周贡献。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382.5M/932件。永明经代领跑，累计 122.5M/349件，占比 32%。W05 单周峰值 31.3M/36件，是本季度最高单周贡献。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582.7M/1076件。BK业务领跑，累计 224.5M/195件，占比 39%。W08 单周峰值 67.0M/61件，是本季度最高单周贡献。</a:t>
            </a:r>
            <a:endParaRPr lang="en-US" sz="550" dirty="0"/>
          </a:p>
        </p:txBody>
      </p:sp>
      <p:sp>
        <p:nvSpPr>
          <p:cNvPr id="364" name="T8022"/>
          <p:cNvSpPr/>
          <p:nvPr/>
        </p:nvSpPr>
        <p:spPr>
          <a:xfrm>
            <a:off x="754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</a:t>
            </a:r>
            <a:endParaRPr lang="zh-CN" sz="500" dirty="0"/>
          </a:p>
        </p:txBody>
      </p:sp>
      <p:sp>
        <p:nvSpPr>
          <p:cNvPr id="366" name="T8024"/>
          <p:cNvSpPr/>
          <p:nvPr/>
        </p:nvSpPr>
        <p:spPr>
          <a:xfrm>
            <a:off x="793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5.1M</a:t>
            </a:r>
            <a:endParaRPr lang="zh-CN" sz="570" dirty="0"/>
          </a:p>
        </p:txBody>
      </p:sp>
      <p:sp>
        <p:nvSpPr>
          <p:cNvPr id="906" name="Rectangle 905"/>
          <p:cNvSpPr/>
          <p:nvPr/>
        </p:nvSpPr>
        <p:spPr>
          <a:xfrm>
            <a:off x="6327775" y="4224655"/>
            <a:ext cx="72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TextBox 906"/>
          <p:cNvSpPr txBox="1"/>
          <p:nvPr/>
        </p:nvSpPr>
        <p:spPr>
          <a:xfrm>
            <a:off x="6327775" y="422465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业务线</a:t>
            </a:r>
          </a:p>
        </p:txBody>
      </p:sp>
      <p:sp>
        <p:nvSpPr>
          <p:cNvPr id="908" name="Rectangle 907"/>
          <p:cNvSpPr/>
          <p:nvPr/>
        </p:nvSpPr>
        <p:spPr>
          <a:xfrm>
            <a:off x="7047775" y="4224655"/>
            <a:ext cx="63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TextBox 908"/>
          <p:cNvSpPr txBox="1"/>
          <p:nvPr/>
        </p:nvSpPr>
        <p:spPr>
          <a:xfrm>
            <a:off x="7047775" y="422465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件数</a:t>
            </a:r>
          </a:p>
        </p:txBody>
      </p:sp>
      <p:sp>
        <p:nvSpPr>
          <p:cNvPr id="910" name="Rectangle 909"/>
          <p:cNvSpPr/>
          <p:nvPr/>
        </p:nvSpPr>
        <p:spPr>
          <a:xfrm>
            <a:off x="767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TextBox 910"/>
          <p:cNvSpPr txBox="1"/>
          <p:nvPr/>
        </p:nvSpPr>
        <p:spPr>
          <a:xfrm>
            <a:off x="767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件均APE(万)</a:t>
            </a:r>
          </a:p>
        </p:txBody>
      </p:sp>
      <p:sp>
        <p:nvSpPr>
          <p:cNvPr id="912" name="Rectangle 911"/>
          <p:cNvSpPr/>
          <p:nvPr/>
        </p:nvSpPr>
        <p:spPr>
          <a:xfrm>
            <a:off x="852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TextBox 912"/>
          <p:cNvSpPr txBox="1"/>
          <p:nvPr/>
        </p:nvSpPr>
        <p:spPr>
          <a:xfrm>
            <a:off x="852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平均时效(天)</a:t>
            </a:r>
          </a:p>
        </p:txBody>
      </p:sp>
      <p:sp>
        <p:nvSpPr>
          <p:cNvPr id="914" name="Rectangle 913"/>
          <p:cNvSpPr/>
          <p:nvPr/>
        </p:nvSpPr>
        <p:spPr>
          <a:xfrm>
            <a:off x="937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TextBox 914"/>
          <p:cNvSpPr txBox="1"/>
          <p:nvPr/>
        </p:nvSpPr>
        <p:spPr>
          <a:xfrm>
            <a:off x="937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P90时效(天)</a:t>
            </a:r>
          </a:p>
        </p:txBody>
      </p:sp>
      <p:sp>
        <p:nvSpPr>
          <p:cNvPr id="916" name="Rectangle 915"/>
          <p:cNvSpPr/>
          <p:nvPr/>
        </p:nvSpPr>
        <p:spPr>
          <a:xfrm>
            <a:off x="1022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TextBox 916"/>
          <p:cNvSpPr txBox="1"/>
          <p:nvPr/>
        </p:nvSpPr>
        <p:spPr>
          <a:xfrm>
            <a:off x="1022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中位时效(天)</a:t>
            </a:r>
          </a:p>
        </p:txBody>
      </p:sp>
      <p:sp>
        <p:nvSpPr>
          <p:cNvPr id="918" name="Rectangle 917"/>
          <p:cNvSpPr/>
          <p:nvPr/>
        </p:nvSpPr>
        <p:spPr>
          <a:xfrm>
            <a:off x="1107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TextBox 918"/>
          <p:cNvSpPr txBox="1"/>
          <p:nvPr/>
        </p:nvSpPr>
        <p:spPr>
          <a:xfrm>
            <a:off x="1107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最大时效(天)</a:t>
            </a:r>
          </a:p>
        </p:txBody>
      </p:sp>
      <p:sp>
        <p:nvSpPr>
          <p:cNvPr id="920" name="Rectangle 919"/>
          <p:cNvSpPr/>
          <p:nvPr/>
        </p:nvSpPr>
        <p:spPr>
          <a:xfrm>
            <a:off x="6327775" y="445879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TextBox 920"/>
          <p:cNvSpPr txBox="1"/>
          <p:nvPr/>
        </p:nvSpPr>
        <p:spPr>
          <a:xfrm>
            <a:off x="6327775" y="445879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天领业务</a:t>
            </a:r>
          </a:p>
        </p:txBody>
      </p:sp>
      <p:sp>
        <p:nvSpPr>
          <p:cNvPr id="922" name="Rectangle 921"/>
          <p:cNvSpPr/>
          <p:nvPr/>
        </p:nvSpPr>
        <p:spPr>
          <a:xfrm>
            <a:off x="7047775" y="445879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TextBox 922"/>
          <p:cNvSpPr txBox="1"/>
          <p:nvPr/>
        </p:nvSpPr>
        <p:spPr>
          <a:xfrm>
            <a:off x="7047775" y="445879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191</a:t>
            </a:r>
          </a:p>
        </p:txBody>
      </p:sp>
      <p:sp>
        <p:nvSpPr>
          <p:cNvPr id="924" name="Rectangle 923"/>
          <p:cNvSpPr/>
          <p:nvPr/>
        </p:nvSpPr>
        <p:spPr>
          <a:xfrm>
            <a:off x="767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767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926" name="Rectangle 925"/>
          <p:cNvSpPr/>
          <p:nvPr/>
        </p:nvSpPr>
        <p:spPr>
          <a:xfrm>
            <a:off x="852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TextBox 926"/>
          <p:cNvSpPr txBox="1"/>
          <p:nvPr/>
        </p:nvSpPr>
        <p:spPr>
          <a:xfrm>
            <a:off x="852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28" name="Rectangle 927"/>
          <p:cNvSpPr/>
          <p:nvPr/>
        </p:nvSpPr>
        <p:spPr>
          <a:xfrm>
            <a:off x="937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TextBox 928"/>
          <p:cNvSpPr txBox="1"/>
          <p:nvPr/>
        </p:nvSpPr>
        <p:spPr>
          <a:xfrm>
            <a:off x="937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30" name="Rectangle 929"/>
          <p:cNvSpPr/>
          <p:nvPr/>
        </p:nvSpPr>
        <p:spPr>
          <a:xfrm>
            <a:off x="1022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1022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932" name="Rectangle 931"/>
          <p:cNvSpPr/>
          <p:nvPr/>
        </p:nvSpPr>
        <p:spPr>
          <a:xfrm>
            <a:off x="1107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TextBox 932"/>
          <p:cNvSpPr txBox="1"/>
          <p:nvPr/>
        </p:nvSpPr>
        <p:spPr>
          <a:xfrm>
            <a:off x="1107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125</a:t>
            </a:r>
          </a:p>
        </p:txBody>
      </p:sp>
      <p:sp>
        <p:nvSpPr>
          <p:cNvPr id="934" name="Rectangle 933"/>
          <p:cNvSpPr/>
          <p:nvPr/>
        </p:nvSpPr>
        <p:spPr>
          <a:xfrm>
            <a:off x="6327775" y="469293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TextBox 934"/>
          <p:cNvSpPr txBox="1"/>
          <p:nvPr/>
        </p:nvSpPr>
        <p:spPr>
          <a:xfrm>
            <a:off x="6327775" y="469293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成事家办</a:t>
            </a:r>
          </a:p>
        </p:txBody>
      </p:sp>
      <p:sp>
        <p:nvSpPr>
          <p:cNvPr id="936" name="Rectangle 935"/>
          <p:cNvSpPr/>
          <p:nvPr/>
        </p:nvSpPr>
        <p:spPr>
          <a:xfrm>
            <a:off x="7047775" y="469293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TextBox 936"/>
          <p:cNvSpPr txBox="1"/>
          <p:nvPr/>
        </p:nvSpPr>
        <p:spPr>
          <a:xfrm>
            <a:off x="7047775" y="469293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938" name="Rectangle 937"/>
          <p:cNvSpPr/>
          <p:nvPr/>
        </p:nvSpPr>
        <p:spPr>
          <a:xfrm>
            <a:off x="767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TextBox 938"/>
          <p:cNvSpPr txBox="1"/>
          <p:nvPr/>
        </p:nvSpPr>
        <p:spPr>
          <a:xfrm>
            <a:off x="767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23</a:t>
            </a:r>
          </a:p>
        </p:txBody>
      </p:sp>
      <p:sp>
        <p:nvSpPr>
          <p:cNvPr id="940" name="Rectangle 939"/>
          <p:cNvSpPr/>
          <p:nvPr/>
        </p:nvSpPr>
        <p:spPr>
          <a:xfrm>
            <a:off x="852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TextBox 940"/>
          <p:cNvSpPr txBox="1"/>
          <p:nvPr/>
        </p:nvSpPr>
        <p:spPr>
          <a:xfrm>
            <a:off x="852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42" name="Rectangle 941"/>
          <p:cNvSpPr/>
          <p:nvPr/>
        </p:nvSpPr>
        <p:spPr>
          <a:xfrm>
            <a:off x="937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937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35</a:t>
            </a:r>
          </a:p>
        </p:txBody>
      </p:sp>
      <p:sp>
        <p:nvSpPr>
          <p:cNvPr id="944" name="Rectangle 943"/>
          <p:cNvSpPr/>
          <p:nvPr/>
        </p:nvSpPr>
        <p:spPr>
          <a:xfrm>
            <a:off x="1022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TextBox 944"/>
          <p:cNvSpPr txBox="1"/>
          <p:nvPr/>
        </p:nvSpPr>
        <p:spPr>
          <a:xfrm>
            <a:off x="1022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14</a:t>
            </a:r>
          </a:p>
        </p:txBody>
      </p:sp>
      <p:sp>
        <p:nvSpPr>
          <p:cNvPr id="946" name="Rectangle 945"/>
          <p:cNvSpPr/>
          <p:nvPr/>
        </p:nvSpPr>
        <p:spPr>
          <a:xfrm>
            <a:off x="1107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TextBox 946"/>
          <p:cNvSpPr txBox="1"/>
          <p:nvPr/>
        </p:nvSpPr>
        <p:spPr>
          <a:xfrm>
            <a:off x="1107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166</a:t>
            </a:r>
          </a:p>
        </p:txBody>
      </p:sp>
      <p:sp>
        <p:nvSpPr>
          <p:cNvPr id="948" name="Rectangle 947"/>
          <p:cNvSpPr/>
          <p:nvPr/>
        </p:nvSpPr>
        <p:spPr>
          <a:xfrm>
            <a:off x="6327775" y="492707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6327775" y="492707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C0392B"/>
                </a:solidFill>
                <a:latin typeface="Calibri"/>
              </a:rPr>
              <a:t>BK业务</a:t>
            </a:r>
          </a:p>
        </p:txBody>
      </p:sp>
      <p:sp>
        <p:nvSpPr>
          <p:cNvPr id="950" name="Rectangle 949"/>
          <p:cNvSpPr/>
          <p:nvPr/>
        </p:nvSpPr>
        <p:spPr>
          <a:xfrm>
            <a:off x="7047775" y="492707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TextBox 950"/>
          <p:cNvSpPr txBox="1"/>
          <p:nvPr/>
        </p:nvSpPr>
        <p:spPr>
          <a:xfrm>
            <a:off x="7047775" y="492707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196</a:t>
            </a:r>
          </a:p>
        </p:txBody>
      </p:sp>
      <p:sp>
        <p:nvSpPr>
          <p:cNvPr id="952" name="Rectangle 951"/>
          <p:cNvSpPr/>
          <p:nvPr/>
        </p:nvSpPr>
        <p:spPr>
          <a:xfrm>
            <a:off x="767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TextBox 952"/>
          <p:cNvSpPr txBox="1"/>
          <p:nvPr/>
        </p:nvSpPr>
        <p:spPr>
          <a:xfrm>
            <a:off x="767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116</a:t>
            </a:r>
          </a:p>
        </p:txBody>
      </p:sp>
      <p:sp>
        <p:nvSpPr>
          <p:cNvPr id="954" name="Rectangle 953"/>
          <p:cNvSpPr/>
          <p:nvPr/>
        </p:nvSpPr>
        <p:spPr>
          <a:xfrm>
            <a:off x="852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852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72</a:t>
            </a:r>
          </a:p>
        </p:txBody>
      </p:sp>
      <p:sp>
        <p:nvSpPr>
          <p:cNvPr id="956" name="Rectangle 955"/>
          <p:cNvSpPr/>
          <p:nvPr/>
        </p:nvSpPr>
        <p:spPr>
          <a:xfrm>
            <a:off x="937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TextBox 956"/>
          <p:cNvSpPr txBox="1"/>
          <p:nvPr/>
        </p:nvSpPr>
        <p:spPr>
          <a:xfrm>
            <a:off x="937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145</a:t>
            </a:r>
          </a:p>
        </p:txBody>
      </p:sp>
      <p:sp>
        <p:nvSpPr>
          <p:cNvPr id="958" name="Rectangle 957"/>
          <p:cNvSpPr/>
          <p:nvPr/>
        </p:nvSpPr>
        <p:spPr>
          <a:xfrm>
            <a:off x="1022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TextBox 958"/>
          <p:cNvSpPr txBox="1"/>
          <p:nvPr/>
        </p:nvSpPr>
        <p:spPr>
          <a:xfrm>
            <a:off x="1022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74</a:t>
            </a:r>
          </a:p>
        </p:txBody>
      </p:sp>
      <p:sp>
        <p:nvSpPr>
          <p:cNvPr id="960" name="Rectangle 959"/>
          <p:cNvSpPr/>
          <p:nvPr/>
        </p:nvSpPr>
        <p:spPr>
          <a:xfrm>
            <a:off x="1107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TextBox 960"/>
          <p:cNvSpPr txBox="1"/>
          <p:nvPr/>
        </p:nvSpPr>
        <p:spPr>
          <a:xfrm>
            <a:off x="1107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220</a:t>
            </a:r>
          </a:p>
        </p:txBody>
      </p:sp>
      <p:sp>
        <p:nvSpPr>
          <p:cNvPr id="962" name="Rectangle 961"/>
          <p:cNvSpPr/>
          <p:nvPr/>
        </p:nvSpPr>
        <p:spPr>
          <a:xfrm>
            <a:off x="6327775" y="516121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TextBox 962"/>
          <p:cNvSpPr txBox="1"/>
          <p:nvPr/>
        </p:nvSpPr>
        <p:spPr>
          <a:xfrm>
            <a:off x="6327775" y="516121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同行经代</a:t>
            </a:r>
          </a:p>
        </p:txBody>
      </p:sp>
      <p:sp>
        <p:nvSpPr>
          <p:cNvPr id="964" name="Rectangle 963"/>
          <p:cNvSpPr/>
          <p:nvPr/>
        </p:nvSpPr>
        <p:spPr>
          <a:xfrm>
            <a:off x="7047775" y="516121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TextBox 964"/>
          <p:cNvSpPr txBox="1"/>
          <p:nvPr/>
        </p:nvSpPr>
        <p:spPr>
          <a:xfrm>
            <a:off x="7047775" y="516121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219</a:t>
            </a:r>
          </a:p>
        </p:txBody>
      </p:sp>
      <p:sp>
        <p:nvSpPr>
          <p:cNvPr id="966" name="Rectangle 965"/>
          <p:cNvSpPr/>
          <p:nvPr/>
        </p:nvSpPr>
        <p:spPr>
          <a:xfrm>
            <a:off x="767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TextBox 966"/>
          <p:cNvSpPr txBox="1"/>
          <p:nvPr/>
        </p:nvSpPr>
        <p:spPr>
          <a:xfrm>
            <a:off x="767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50</a:t>
            </a:r>
          </a:p>
        </p:txBody>
      </p:sp>
      <p:sp>
        <p:nvSpPr>
          <p:cNvPr id="968" name="Rectangle 967"/>
          <p:cNvSpPr/>
          <p:nvPr/>
        </p:nvSpPr>
        <p:spPr>
          <a:xfrm>
            <a:off x="852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TextBox 968"/>
          <p:cNvSpPr txBox="1"/>
          <p:nvPr/>
        </p:nvSpPr>
        <p:spPr>
          <a:xfrm>
            <a:off x="852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70" name="Rectangle 969"/>
          <p:cNvSpPr/>
          <p:nvPr/>
        </p:nvSpPr>
        <p:spPr>
          <a:xfrm>
            <a:off x="937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937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39</a:t>
            </a:r>
          </a:p>
        </p:txBody>
      </p:sp>
      <p:sp>
        <p:nvSpPr>
          <p:cNvPr id="972" name="Rectangle 971"/>
          <p:cNvSpPr/>
          <p:nvPr/>
        </p:nvSpPr>
        <p:spPr>
          <a:xfrm>
            <a:off x="1022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TextBox 972"/>
          <p:cNvSpPr txBox="1"/>
          <p:nvPr/>
        </p:nvSpPr>
        <p:spPr>
          <a:xfrm>
            <a:off x="1022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</a:t>
            </a:r>
          </a:p>
        </p:txBody>
      </p:sp>
      <p:sp>
        <p:nvSpPr>
          <p:cNvPr id="974" name="Rectangle 973"/>
          <p:cNvSpPr/>
          <p:nvPr/>
        </p:nvSpPr>
        <p:spPr>
          <a:xfrm>
            <a:off x="1107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TextBox 974"/>
          <p:cNvSpPr txBox="1"/>
          <p:nvPr/>
        </p:nvSpPr>
        <p:spPr>
          <a:xfrm>
            <a:off x="1107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104</a:t>
            </a:r>
          </a:p>
        </p:txBody>
      </p:sp>
      <p:sp>
        <p:nvSpPr>
          <p:cNvPr id="976" name="Rectangle 975"/>
          <p:cNvSpPr/>
          <p:nvPr/>
        </p:nvSpPr>
        <p:spPr>
          <a:xfrm>
            <a:off x="6327775" y="539535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TextBox 976"/>
          <p:cNvSpPr txBox="1"/>
          <p:nvPr/>
        </p:nvSpPr>
        <p:spPr>
          <a:xfrm>
            <a:off x="6327775" y="539535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永明经代</a:t>
            </a:r>
          </a:p>
        </p:txBody>
      </p:sp>
      <p:sp>
        <p:nvSpPr>
          <p:cNvPr id="978" name="Rectangle 977"/>
          <p:cNvSpPr/>
          <p:nvPr/>
        </p:nvSpPr>
        <p:spPr>
          <a:xfrm>
            <a:off x="7047775" y="539535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TextBox 978"/>
          <p:cNvSpPr txBox="1"/>
          <p:nvPr/>
        </p:nvSpPr>
        <p:spPr>
          <a:xfrm>
            <a:off x="7047775" y="539535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400</a:t>
            </a:r>
          </a:p>
        </p:txBody>
      </p:sp>
      <p:sp>
        <p:nvSpPr>
          <p:cNvPr id="980" name="Rectangle 979"/>
          <p:cNvSpPr/>
          <p:nvPr/>
        </p:nvSpPr>
        <p:spPr>
          <a:xfrm>
            <a:off x="767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TextBox 980"/>
          <p:cNvSpPr txBox="1"/>
          <p:nvPr/>
        </p:nvSpPr>
        <p:spPr>
          <a:xfrm>
            <a:off x="767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82" name="Rectangle 981"/>
          <p:cNvSpPr/>
          <p:nvPr/>
        </p:nvSpPr>
        <p:spPr>
          <a:xfrm>
            <a:off x="852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852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84" name="Rectangle 983"/>
          <p:cNvSpPr/>
          <p:nvPr/>
        </p:nvSpPr>
        <p:spPr>
          <a:xfrm>
            <a:off x="937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TextBox 984"/>
          <p:cNvSpPr txBox="1"/>
          <p:nvPr/>
        </p:nvSpPr>
        <p:spPr>
          <a:xfrm>
            <a:off x="937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86" name="Rectangle 985"/>
          <p:cNvSpPr/>
          <p:nvPr/>
        </p:nvSpPr>
        <p:spPr>
          <a:xfrm>
            <a:off x="1022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TextBox 986"/>
          <p:cNvSpPr txBox="1"/>
          <p:nvPr/>
        </p:nvSpPr>
        <p:spPr>
          <a:xfrm>
            <a:off x="1022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88" name="Rectangle 987"/>
          <p:cNvSpPr/>
          <p:nvPr/>
        </p:nvSpPr>
        <p:spPr>
          <a:xfrm>
            <a:off x="1107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TextBox 988"/>
          <p:cNvSpPr txBox="1"/>
          <p:nvPr/>
        </p:nvSpPr>
        <p:spPr>
          <a:xfrm>
            <a:off x="1107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107</a:t>
            </a:r>
          </a:p>
        </p:txBody>
      </p:sp>
      <p:sp>
        <p:nvSpPr>
          <p:cNvPr id="990" name="Rectangle 989"/>
          <p:cNvSpPr/>
          <p:nvPr/>
        </p:nvSpPr>
        <p:spPr>
          <a:xfrm>
            <a:off x="6327775" y="562949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TextBox 990"/>
          <p:cNvSpPr txBox="1"/>
          <p:nvPr/>
        </p:nvSpPr>
        <p:spPr>
          <a:xfrm>
            <a:off x="6327775" y="562949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合伙转介</a:t>
            </a:r>
          </a:p>
        </p:txBody>
      </p:sp>
      <p:sp>
        <p:nvSpPr>
          <p:cNvPr id="992" name="Rectangle 991"/>
          <p:cNvSpPr/>
          <p:nvPr/>
        </p:nvSpPr>
        <p:spPr>
          <a:xfrm>
            <a:off x="7047775" y="562949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TextBox 992"/>
          <p:cNvSpPr txBox="1"/>
          <p:nvPr/>
        </p:nvSpPr>
        <p:spPr>
          <a:xfrm>
            <a:off x="7047775" y="562949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26</a:t>
            </a:r>
          </a:p>
        </p:txBody>
      </p:sp>
      <p:sp>
        <p:nvSpPr>
          <p:cNvPr id="994" name="Rectangle 993"/>
          <p:cNvSpPr/>
          <p:nvPr/>
        </p:nvSpPr>
        <p:spPr>
          <a:xfrm>
            <a:off x="767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TextBox 994"/>
          <p:cNvSpPr txBox="1"/>
          <p:nvPr/>
        </p:nvSpPr>
        <p:spPr>
          <a:xfrm>
            <a:off x="767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996" name="Rectangle 995"/>
          <p:cNvSpPr/>
          <p:nvPr/>
        </p:nvSpPr>
        <p:spPr>
          <a:xfrm>
            <a:off x="852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TextBox 996"/>
          <p:cNvSpPr txBox="1"/>
          <p:nvPr/>
        </p:nvSpPr>
        <p:spPr>
          <a:xfrm>
            <a:off x="852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29</a:t>
            </a:r>
          </a:p>
        </p:txBody>
      </p:sp>
      <p:sp>
        <p:nvSpPr>
          <p:cNvPr id="998" name="Rectangle 997"/>
          <p:cNvSpPr/>
          <p:nvPr/>
        </p:nvSpPr>
        <p:spPr>
          <a:xfrm>
            <a:off x="937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937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36</a:t>
            </a:r>
          </a:p>
        </p:txBody>
      </p:sp>
      <p:sp>
        <p:nvSpPr>
          <p:cNvPr id="1000" name="Rectangle 999"/>
          <p:cNvSpPr/>
          <p:nvPr/>
        </p:nvSpPr>
        <p:spPr>
          <a:xfrm>
            <a:off x="1022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TextBox 1000"/>
          <p:cNvSpPr txBox="1"/>
          <p:nvPr/>
        </p:nvSpPr>
        <p:spPr>
          <a:xfrm>
            <a:off x="1022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1002" name="Rectangle 1001"/>
          <p:cNvSpPr/>
          <p:nvPr/>
        </p:nvSpPr>
        <p:spPr>
          <a:xfrm>
            <a:off x="1107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TextBox 1002"/>
          <p:cNvSpPr txBox="1"/>
          <p:nvPr/>
        </p:nvSpPr>
        <p:spPr>
          <a:xfrm>
            <a:off x="1107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244</a:t>
            </a:r>
          </a:p>
        </p:txBody>
      </p:sp>
      <p:sp>
        <p:nvSpPr>
          <p:cNvPr id="1004" name="Rectangle 1003"/>
          <p:cNvSpPr/>
          <p:nvPr/>
        </p:nvSpPr>
        <p:spPr>
          <a:xfrm>
            <a:off x="6327775" y="586363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6327775" y="586363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ICLUB</a:t>
            </a:r>
          </a:p>
        </p:txBody>
      </p:sp>
      <p:sp>
        <p:nvSpPr>
          <p:cNvPr id="1006" name="Rectangle 1005"/>
          <p:cNvSpPr/>
          <p:nvPr/>
        </p:nvSpPr>
        <p:spPr>
          <a:xfrm>
            <a:off x="7047775" y="586363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TextBox 1006"/>
          <p:cNvSpPr txBox="1"/>
          <p:nvPr/>
        </p:nvSpPr>
        <p:spPr>
          <a:xfrm>
            <a:off x="7047775" y="586363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11</a:t>
            </a:r>
          </a:p>
        </p:txBody>
      </p:sp>
      <p:sp>
        <p:nvSpPr>
          <p:cNvPr id="1008" name="Rectangle 1007"/>
          <p:cNvSpPr/>
          <p:nvPr/>
        </p:nvSpPr>
        <p:spPr>
          <a:xfrm>
            <a:off x="767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TextBox 1008"/>
          <p:cNvSpPr txBox="1"/>
          <p:nvPr/>
        </p:nvSpPr>
        <p:spPr>
          <a:xfrm>
            <a:off x="767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185</a:t>
            </a:r>
          </a:p>
        </p:txBody>
      </p:sp>
      <p:sp>
        <p:nvSpPr>
          <p:cNvPr id="1010" name="Rectangle 1009"/>
          <p:cNvSpPr/>
          <p:nvPr/>
        </p:nvSpPr>
        <p:spPr>
          <a:xfrm>
            <a:off x="852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852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</a:t>
            </a:r>
          </a:p>
        </p:txBody>
      </p:sp>
      <p:sp>
        <p:nvSpPr>
          <p:cNvPr id="1012" name="Rectangle 1011"/>
          <p:cNvSpPr/>
          <p:nvPr/>
        </p:nvSpPr>
        <p:spPr>
          <a:xfrm>
            <a:off x="937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TextBox 1012"/>
          <p:cNvSpPr txBox="1"/>
          <p:nvPr/>
        </p:nvSpPr>
        <p:spPr>
          <a:xfrm>
            <a:off x="937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59</a:t>
            </a:r>
          </a:p>
        </p:txBody>
      </p:sp>
      <p:sp>
        <p:nvSpPr>
          <p:cNvPr id="1014" name="Rectangle 1013"/>
          <p:cNvSpPr/>
          <p:nvPr/>
        </p:nvSpPr>
        <p:spPr>
          <a:xfrm>
            <a:off x="1022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TextBox 1014"/>
          <p:cNvSpPr txBox="1"/>
          <p:nvPr/>
        </p:nvSpPr>
        <p:spPr>
          <a:xfrm>
            <a:off x="1022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14</a:t>
            </a:r>
          </a:p>
        </p:txBody>
      </p:sp>
      <p:sp>
        <p:nvSpPr>
          <p:cNvPr id="1016" name="Rectangle 1015"/>
          <p:cNvSpPr/>
          <p:nvPr/>
        </p:nvSpPr>
        <p:spPr>
          <a:xfrm>
            <a:off x="1107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1107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76</a:t>
            </a:r>
          </a:p>
        </p:txBody>
      </p:sp>
      <p:sp>
        <p:nvSpPr>
          <p:cNvPr id="1018" name="Rectangle 1017"/>
          <p:cNvSpPr/>
          <p:nvPr/>
        </p:nvSpPr>
        <p:spPr>
          <a:xfrm>
            <a:off x="6327775" y="609777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6327775" y="609777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IFA业务</a:t>
            </a:r>
          </a:p>
        </p:txBody>
      </p:sp>
      <p:sp>
        <p:nvSpPr>
          <p:cNvPr id="1020" name="Rectangle 1019"/>
          <p:cNvSpPr/>
          <p:nvPr/>
        </p:nvSpPr>
        <p:spPr>
          <a:xfrm>
            <a:off x="7047775" y="609777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TextBox 1020"/>
          <p:cNvSpPr txBox="1"/>
          <p:nvPr/>
        </p:nvSpPr>
        <p:spPr>
          <a:xfrm>
            <a:off x="7047775" y="609777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2" name="Rectangle 1021"/>
          <p:cNvSpPr/>
          <p:nvPr/>
        </p:nvSpPr>
        <p:spPr>
          <a:xfrm>
            <a:off x="767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767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4" name="Rectangle 1023"/>
          <p:cNvSpPr/>
          <p:nvPr/>
        </p:nvSpPr>
        <p:spPr>
          <a:xfrm>
            <a:off x="852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852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6" name="Rectangle 1025"/>
          <p:cNvSpPr/>
          <p:nvPr/>
        </p:nvSpPr>
        <p:spPr>
          <a:xfrm>
            <a:off x="937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TextBox 1026"/>
          <p:cNvSpPr txBox="1"/>
          <p:nvPr/>
        </p:nvSpPr>
        <p:spPr>
          <a:xfrm>
            <a:off x="937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28" name="Rectangle 1027"/>
          <p:cNvSpPr/>
          <p:nvPr/>
        </p:nvSpPr>
        <p:spPr>
          <a:xfrm>
            <a:off x="1022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1022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30" name="Rectangle 1029"/>
          <p:cNvSpPr/>
          <p:nvPr/>
        </p:nvSpPr>
        <p:spPr>
          <a:xfrm>
            <a:off x="1107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TextBox 1030"/>
          <p:cNvSpPr txBox="1"/>
          <p:nvPr/>
        </p:nvSpPr>
        <p:spPr>
          <a:xfrm>
            <a:off x="1107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032" name="Rectangle 1031"/>
          <p:cNvSpPr/>
          <p:nvPr/>
        </p:nvSpPr>
        <p:spPr>
          <a:xfrm>
            <a:off x="6327775" y="633191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TextBox 1032"/>
          <p:cNvSpPr txBox="1"/>
          <p:nvPr/>
        </p:nvSpPr>
        <p:spPr>
          <a:xfrm>
            <a:off x="6327775" y="633191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1034" name="Rectangle 1033"/>
          <p:cNvSpPr/>
          <p:nvPr/>
        </p:nvSpPr>
        <p:spPr>
          <a:xfrm>
            <a:off x="7047775" y="633191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TextBox 1034"/>
          <p:cNvSpPr txBox="1"/>
          <p:nvPr/>
        </p:nvSpPr>
        <p:spPr>
          <a:xfrm>
            <a:off x="7047775" y="633191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80</a:t>
            </a:r>
          </a:p>
        </p:txBody>
      </p:sp>
      <p:sp>
        <p:nvSpPr>
          <p:cNvPr id="1036" name="Rectangle 1035"/>
          <p:cNvSpPr/>
          <p:nvPr/>
        </p:nvSpPr>
        <p:spPr>
          <a:xfrm>
            <a:off x="767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TextBox 1036"/>
          <p:cNvSpPr txBox="1"/>
          <p:nvPr/>
        </p:nvSpPr>
        <p:spPr>
          <a:xfrm>
            <a:off x="767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</a:t>
            </a:r>
          </a:p>
        </p:txBody>
      </p:sp>
      <p:sp>
        <p:nvSpPr>
          <p:cNvPr id="1038" name="Rectangle 1037"/>
          <p:cNvSpPr/>
          <p:nvPr/>
        </p:nvSpPr>
        <p:spPr>
          <a:xfrm>
            <a:off x="852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852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</a:t>
            </a:r>
          </a:p>
        </p:txBody>
      </p:sp>
      <p:sp>
        <p:nvSpPr>
          <p:cNvPr id="1040" name="Rectangle 1039"/>
          <p:cNvSpPr/>
          <p:nvPr/>
        </p:nvSpPr>
        <p:spPr>
          <a:xfrm>
            <a:off x="937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TextBox 1040"/>
          <p:cNvSpPr txBox="1"/>
          <p:nvPr/>
        </p:nvSpPr>
        <p:spPr>
          <a:xfrm>
            <a:off x="937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1042" name="Rectangle 1041"/>
          <p:cNvSpPr/>
          <p:nvPr/>
        </p:nvSpPr>
        <p:spPr>
          <a:xfrm>
            <a:off x="1022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TextBox 1042"/>
          <p:cNvSpPr txBox="1"/>
          <p:nvPr/>
        </p:nvSpPr>
        <p:spPr>
          <a:xfrm>
            <a:off x="1022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1044" name="Rectangle 1043"/>
          <p:cNvSpPr/>
          <p:nvPr/>
        </p:nvSpPr>
        <p:spPr>
          <a:xfrm>
            <a:off x="1107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1107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45</a:t>
            </a:r>
          </a:p>
        </p:txBody>
      </p:sp>
      <p:sp>
        <p:nvSpPr>
          <p:cNvPr id="1046" name="Rectangle 1045"/>
          <p:cNvSpPr/>
          <p:nvPr/>
        </p:nvSpPr>
        <p:spPr>
          <a:xfrm>
            <a:off x="6327775" y="6566055"/>
            <a:ext cx="72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TextBox 1046"/>
          <p:cNvSpPr txBox="1"/>
          <p:nvPr/>
        </p:nvSpPr>
        <p:spPr>
          <a:xfrm>
            <a:off x="6327775" y="656605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048" name="Rectangle 1047"/>
          <p:cNvSpPr/>
          <p:nvPr/>
        </p:nvSpPr>
        <p:spPr>
          <a:xfrm>
            <a:off x="7047775" y="6566055"/>
            <a:ext cx="63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7047775" y="656605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1157</a:t>
            </a:r>
          </a:p>
        </p:txBody>
      </p:sp>
      <p:sp>
        <p:nvSpPr>
          <p:cNvPr id="1050" name="Rectangle 1049"/>
          <p:cNvSpPr/>
          <p:nvPr/>
        </p:nvSpPr>
        <p:spPr>
          <a:xfrm>
            <a:off x="767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767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52</a:t>
            </a:r>
          </a:p>
        </p:txBody>
      </p:sp>
      <p:sp>
        <p:nvSpPr>
          <p:cNvPr id="1052" name="Rectangle 1051"/>
          <p:cNvSpPr/>
          <p:nvPr/>
        </p:nvSpPr>
        <p:spPr>
          <a:xfrm>
            <a:off x="852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852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30</a:t>
            </a:r>
          </a:p>
        </p:txBody>
      </p:sp>
      <p:sp>
        <p:nvSpPr>
          <p:cNvPr id="1054" name="Rectangle 1053"/>
          <p:cNvSpPr/>
          <p:nvPr/>
        </p:nvSpPr>
        <p:spPr>
          <a:xfrm>
            <a:off x="937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TextBox 1054"/>
          <p:cNvSpPr txBox="1"/>
          <p:nvPr/>
        </p:nvSpPr>
        <p:spPr>
          <a:xfrm>
            <a:off x="937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72</a:t>
            </a:r>
          </a:p>
        </p:txBody>
      </p:sp>
      <p:sp>
        <p:nvSpPr>
          <p:cNvPr id="1056" name="Rectangle 1055"/>
          <p:cNvSpPr/>
          <p:nvPr/>
        </p:nvSpPr>
        <p:spPr>
          <a:xfrm>
            <a:off x="1022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1022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1058" name="Rectangle 1057"/>
          <p:cNvSpPr/>
          <p:nvPr/>
        </p:nvSpPr>
        <p:spPr>
          <a:xfrm>
            <a:off x="1107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TextBox 1058"/>
          <p:cNvSpPr txBox="1"/>
          <p:nvPr/>
        </p:nvSpPr>
        <p:spPr>
          <a:xfrm>
            <a:off x="1107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244</a:t>
            </a:r>
          </a:p>
        </p:txBody>
      </p:sp>
      <p:sp>
        <p:nvSpPr>
          <p:cNvPr id="1060" name="Rectangle 1059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TextBox 1060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202880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078" name="Rectangle 1077"/>
          <p:cNvSpPr/>
          <p:nvPr/>
        </p:nvSpPr>
        <p:spPr>
          <a:xfrm>
            <a:off x="1216129" y="1022032"/>
            <a:ext cx="335249" cy="221774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TextBox 1078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3.2M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121012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1081" name="Rectangle 1080"/>
          <p:cNvSpPr/>
          <p:nvPr/>
        </p:nvSpPr>
        <p:spPr>
          <a:xfrm>
            <a:off x="1563378" y="1022032"/>
            <a:ext cx="335249" cy="221774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4.4M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155737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84" name="Rectangle 1083"/>
          <p:cNvSpPr/>
          <p:nvPr/>
        </p:nvSpPr>
        <p:spPr>
          <a:xfrm>
            <a:off x="1910627" y="1022032"/>
            <a:ext cx="335249" cy="221774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90462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087" name="Rectangle 1086"/>
          <p:cNvSpPr/>
          <p:nvPr/>
        </p:nvSpPr>
        <p:spPr>
          <a:xfrm>
            <a:off x="2257876" y="1022032"/>
            <a:ext cx="335249" cy="221774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1.5M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225187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19件</a:t>
            </a:r>
          </a:p>
        </p:txBody>
      </p:sp>
      <p:sp>
        <p:nvSpPr>
          <p:cNvPr id="1090" name="Rectangle 1089"/>
          <p:cNvSpPr/>
          <p:nvPr/>
        </p:nvSpPr>
        <p:spPr>
          <a:xfrm>
            <a:off x="2605125" y="1022032"/>
            <a:ext cx="335249" cy="221774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259912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093" name="Rectangle 1092"/>
          <p:cNvSpPr/>
          <p:nvPr/>
        </p:nvSpPr>
        <p:spPr>
          <a:xfrm>
            <a:off x="2952374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94637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96" name="Rectangle 1095"/>
          <p:cNvSpPr/>
          <p:nvPr/>
        </p:nvSpPr>
        <p:spPr>
          <a:xfrm>
            <a:off x="3299623" y="1022032"/>
            <a:ext cx="335249" cy="221774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329362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1099" name="Rectangle 1098"/>
          <p:cNvSpPr/>
          <p:nvPr/>
        </p:nvSpPr>
        <p:spPr>
          <a:xfrm>
            <a:off x="3646872" y="1022032"/>
            <a:ext cx="335249" cy="221774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364087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102" name="Rectangle 1101"/>
          <p:cNvSpPr/>
          <p:nvPr/>
        </p:nvSpPr>
        <p:spPr>
          <a:xfrm>
            <a:off x="3994121" y="1022032"/>
            <a:ext cx="335249" cy="221774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1.2M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98812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105" name="Rectangle 1104"/>
          <p:cNvSpPr/>
          <p:nvPr/>
        </p:nvSpPr>
        <p:spPr>
          <a:xfrm>
            <a:off x="4341370" y="1022032"/>
            <a:ext cx="335249" cy="221774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433537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108" name="Rectangle 1107"/>
          <p:cNvSpPr/>
          <p:nvPr/>
        </p:nvSpPr>
        <p:spPr>
          <a:xfrm>
            <a:off x="4688619" y="1022032"/>
            <a:ext cx="335249" cy="221774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3.3M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468261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9件</a:t>
            </a:r>
          </a:p>
        </p:txBody>
      </p:sp>
      <p:sp>
        <p:nvSpPr>
          <p:cNvPr id="1111" name="Rectangle 1110"/>
          <p:cNvSpPr/>
          <p:nvPr/>
        </p:nvSpPr>
        <p:spPr>
          <a:xfrm>
            <a:off x="5035868" y="1022032"/>
            <a:ext cx="335249" cy="221774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0.8M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502986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114" name="Rectangle 1113"/>
          <p:cNvSpPr/>
          <p:nvPr/>
        </p:nvSpPr>
        <p:spPr>
          <a:xfrm>
            <a:off x="5383117" y="1022032"/>
            <a:ext cx="335249" cy="221774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537711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117" name="Rectangle 1116"/>
          <p:cNvSpPr/>
          <p:nvPr/>
        </p:nvSpPr>
        <p:spPr>
          <a:xfrm>
            <a:off x="5730366" y="1022032"/>
            <a:ext cx="335249" cy="221774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572436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202880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121" name="Rectangle 1120"/>
          <p:cNvSpPr/>
          <p:nvPr/>
        </p:nvSpPr>
        <p:spPr>
          <a:xfrm>
            <a:off x="868880" y="1255806"/>
            <a:ext cx="335249" cy="221774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TextBox 1121"/>
          <p:cNvSpPr txBox="1"/>
          <p:nvPr/>
        </p:nvSpPr>
        <p:spPr>
          <a:xfrm>
            <a:off x="86288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0.6M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86288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124" name="Rectangle 1123"/>
          <p:cNvSpPr/>
          <p:nvPr/>
        </p:nvSpPr>
        <p:spPr>
          <a:xfrm>
            <a:off x="1216129" y="1255806"/>
            <a:ext cx="335249" cy="221774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121012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121012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27" name="Rectangle 1126"/>
          <p:cNvSpPr/>
          <p:nvPr/>
        </p:nvSpPr>
        <p:spPr>
          <a:xfrm>
            <a:off x="1563378" y="1255806"/>
            <a:ext cx="335249" cy="221774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155737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0.8M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155737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7件</a:t>
            </a:r>
          </a:p>
        </p:txBody>
      </p:sp>
      <p:sp>
        <p:nvSpPr>
          <p:cNvPr id="1130" name="Rectangle 1129"/>
          <p:cNvSpPr/>
          <p:nvPr/>
        </p:nvSpPr>
        <p:spPr>
          <a:xfrm>
            <a:off x="2605125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259912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259912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33" name="Rectangle 1132"/>
          <p:cNvSpPr/>
          <p:nvPr/>
        </p:nvSpPr>
        <p:spPr>
          <a:xfrm>
            <a:off x="3646872" y="1255806"/>
            <a:ext cx="335249" cy="221774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364087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364087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136" name="Rectangle 1135"/>
          <p:cNvSpPr/>
          <p:nvPr/>
        </p:nvSpPr>
        <p:spPr>
          <a:xfrm>
            <a:off x="4688619" y="1255806"/>
            <a:ext cx="335249" cy="221774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468261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468261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139" name="Rectangle 1138"/>
          <p:cNvSpPr/>
          <p:nvPr/>
        </p:nvSpPr>
        <p:spPr>
          <a:xfrm>
            <a:off x="5383117" y="1255806"/>
            <a:ext cx="335249" cy="221774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537711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537711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202880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143" name="Rectangle 1142"/>
          <p:cNvSpPr/>
          <p:nvPr/>
        </p:nvSpPr>
        <p:spPr>
          <a:xfrm>
            <a:off x="868880" y="1489580"/>
            <a:ext cx="335249" cy="221774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86288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86288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46" name="Rectangle 1145"/>
          <p:cNvSpPr/>
          <p:nvPr/>
        </p:nvSpPr>
        <p:spPr>
          <a:xfrm>
            <a:off x="1216129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121012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121012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49" name="Rectangle 1148"/>
          <p:cNvSpPr/>
          <p:nvPr/>
        </p:nvSpPr>
        <p:spPr>
          <a:xfrm>
            <a:off x="1563378" y="1489580"/>
            <a:ext cx="335249" cy="221774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155737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1.7M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155737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152" name="Rectangle 1151"/>
          <p:cNvSpPr/>
          <p:nvPr/>
        </p:nvSpPr>
        <p:spPr>
          <a:xfrm>
            <a:off x="1910627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190462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190462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55" name="Rectangle 1154"/>
          <p:cNvSpPr/>
          <p:nvPr/>
        </p:nvSpPr>
        <p:spPr>
          <a:xfrm>
            <a:off x="2257876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TextBox 1155"/>
          <p:cNvSpPr txBox="1"/>
          <p:nvPr/>
        </p:nvSpPr>
        <p:spPr>
          <a:xfrm>
            <a:off x="225187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225187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58" name="Rectangle 1157"/>
          <p:cNvSpPr/>
          <p:nvPr/>
        </p:nvSpPr>
        <p:spPr>
          <a:xfrm>
            <a:off x="2605125" y="1489580"/>
            <a:ext cx="335249" cy="221774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259912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259912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161" name="Rectangle 1160"/>
          <p:cNvSpPr/>
          <p:nvPr/>
        </p:nvSpPr>
        <p:spPr>
          <a:xfrm>
            <a:off x="2952374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294637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294637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64" name="Rectangle 1163"/>
          <p:cNvSpPr/>
          <p:nvPr/>
        </p:nvSpPr>
        <p:spPr>
          <a:xfrm>
            <a:off x="3299623" y="1489580"/>
            <a:ext cx="335249" cy="221774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TextBox 1164"/>
          <p:cNvSpPr txBox="1"/>
          <p:nvPr/>
        </p:nvSpPr>
        <p:spPr>
          <a:xfrm>
            <a:off x="329362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329362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167" name="Rectangle 1166"/>
          <p:cNvSpPr/>
          <p:nvPr/>
        </p:nvSpPr>
        <p:spPr>
          <a:xfrm>
            <a:off x="3646872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TextBox 1167"/>
          <p:cNvSpPr txBox="1"/>
          <p:nvPr/>
        </p:nvSpPr>
        <p:spPr>
          <a:xfrm>
            <a:off x="364087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364087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70" name="Rectangle 1169"/>
          <p:cNvSpPr/>
          <p:nvPr/>
        </p:nvSpPr>
        <p:spPr>
          <a:xfrm>
            <a:off x="3994121" y="1489580"/>
            <a:ext cx="335249" cy="221774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TextBox 1170"/>
          <p:cNvSpPr txBox="1"/>
          <p:nvPr/>
        </p:nvSpPr>
        <p:spPr>
          <a:xfrm>
            <a:off x="398812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172" name="TextBox 1171"/>
          <p:cNvSpPr txBox="1"/>
          <p:nvPr/>
        </p:nvSpPr>
        <p:spPr>
          <a:xfrm>
            <a:off x="398812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73" name="Rectangle 1172"/>
          <p:cNvSpPr/>
          <p:nvPr/>
        </p:nvSpPr>
        <p:spPr>
          <a:xfrm>
            <a:off x="4341370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TextBox 1173"/>
          <p:cNvSpPr txBox="1"/>
          <p:nvPr/>
        </p:nvSpPr>
        <p:spPr>
          <a:xfrm>
            <a:off x="433537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175" name="TextBox 1174"/>
          <p:cNvSpPr txBox="1"/>
          <p:nvPr/>
        </p:nvSpPr>
        <p:spPr>
          <a:xfrm>
            <a:off x="433537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176" name="Rectangle 1175"/>
          <p:cNvSpPr/>
          <p:nvPr/>
        </p:nvSpPr>
        <p:spPr>
          <a:xfrm>
            <a:off x="4688619" y="1489580"/>
            <a:ext cx="335249" cy="221774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TextBox 1176"/>
          <p:cNvSpPr txBox="1"/>
          <p:nvPr/>
        </p:nvSpPr>
        <p:spPr>
          <a:xfrm>
            <a:off x="468261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78" name="TextBox 1177"/>
          <p:cNvSpPr txBox="1"/>
          <p:nvPr/>
        </p:nvSpPr>
        <p:spPr>
          <a:xfrm>
            <a:off x="468261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79" name="Rectangle 1178"/>
          <p:cNvSpPr/>
          <p:nvPr/>
        </p:nvSpPr>
        <p:spPr>
          <a:xfrm>
            <a:off x="5035868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TextBox 1179"/>
          <p:cNvSpPr txBox="1"/>
          <p:nvPr/>
        </p:nvSpPr>
        <p:spPr>
          <a:xfrm>
            <a:off x="502986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181" name="TextBox 1180"/>
          <p:cNvSpPr txBox="1"/>
          <p:nvPr/>
        </p:nvSpPr>
        <p:spPr>
          <a:xfrm>
            <a:off x="502986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82" name="Rectangle 1181"/>
          <p:cNvSpPr/>
          <p:nvPr/>
        </p:nvSpPr>
        <p:spPr>
          <a:xfrm>
            <a:off x="5383117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TextBox 1182"/>
          <p:cNvSpPr txBox="1"/>
          <p:nvPr/>
        </p:nvSpPr>
        <p:spPr>
          <a:xfrm>
            <a:off x="537711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184" name="TextBox 1183"/>
          <p:cNvSpPr txBox="1"/>
          <p:nvPr/>
        </p:nvSpPr>
        <p:spPr>
          <a:xfrm>
            <a:off x="537711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85" name="Rectangle 1184"/>
          <p:cNvSpPr/>
          <p:nvPr/>
        </p:nvSpPr>
        <p:spPr>
          <a:xfrm>
            <a:off x="5730366" y="1489580"/>
            <a:ext cx="335249" cy="221774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TextBox 1185"/>
          <p:cNvSpPr txBox="1"/>
          <p:nvPr/>
        </p:nvSpPr>
        <p:spPr>
          <a:xfrm>
            <a:off x="572436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1187" name="TextBox 1186"/>
          <p:cNvSpPr txBox="1"/>
          <p:nvPr/>
        </p:nvSpPr>
        <p:spPr>
          <a:xfrm>
            <a:off x="572436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202880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189" name="Rectangle 1188"/>
          <p:cNvSpPr/>
          <p:nvPr/>
        </p:nvSpPr>
        <p:spPr>
          <a:xfrm>
            <a:off x="868880" y="1723354"/>
            <a:ext cx="335249" cy="221774"/>
          </a:xfrm>
          <a:prstGeom prst="rect">
            <a:avLst/>
          </a:prstGeom>
          <a:solidFill>
            <a:srgbClr val="E67E22">
              <a:alpha val="343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86288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1.4M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86288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192" name="Rectangle 1191"/>
          <p:cNvSpPr/>
          <p:nvPr/>
        </p:nvSpPr>
        <p:spPr>
          <a:xfrm>
            <a:off x="1216129" y="1723354"/>
            <a:ext cx="335249" cy="221774"/>
          </a:xfrm>
          <a:prstGeom prst="rect">
            <a:avLst/>
          </a:prstGeom>
          <a:solidFill>
            <a:srgbClr val="E67E22">
              <a:alpha val="393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121012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121012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195" name="Rectangle 1194"/>
          <p:cNvSpPr/>
          <p:nvPr/>
        </p:nvSpPr>
        <p:spPr>
          <a:xfrm>
            <a:off x="1563378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155737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11.2M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155737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198" name="Rectangle 1197"/>
          <p:cNvSpPr/>
          <p:nvPr/>
        </p:nvSpPr>
        <p:spPr>
          <a:xfrm>
            <a:off x="1910627" y="1723354"/>
            <a:ext cx="335249" cy="221774"/>
          </a:xfrm>
          <a:prstGeom prst="rect">
            <a:avLst/>
          </a:prstGeom>
          <a:solidFill>
            <a:srgbClr val="E67E22">
              <a:alpha val="387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190462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190462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201" name="Rectangle 1200"/>
          <p:cNvSpPr/>
          <p:nvPr/>
        </p:nvSpPr>
        <p:spPr>
          <a:xfrm>
            <a:off x="2257876" y="1723354"/>
            <a:ext cx="335249" cy="221774"/>
          </a:xfrm>
          <a:prstGeom prst="rect">
            <a:avLst/>
          </a:prstGeom>
          <a:solidFill>
            <a:srgbClr val="E67E22">
              <a:alpha val="54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TextBox 1201"/>
          <p:cNvSpPr txBox="1"/>
          <p:nvPr/>
        </p:nvSpPr>
        <p:spPr>
          <a:xfrm>
            <a:off x="225187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4.5M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225187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204" name="Rectangle 1203"/>
          <p:cNvSpPr/>
          <p:nvPr/>
        </p:nvSpPr>
        <p:spPr>
          <a:xfrm>
            <a:off x="2605125" y="1723354"/>
            <a:ext cx="335249" cy="221774"/>
          </a:xfrm>
          <a:prstGeom prst="rect">
            <a:avLst/>
          </a:prstGeom>
          <a:solidFill>
            <a:srgbClr val="E67E22">
              <a:alpha val="525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259912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259912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207" name="Rectangle 1206"/>
          <p:cNvSpPr/>
          <p:nvPr/>
        </p:nvSpPr>
        <p:spPr>
          <a:xfrm>
            <a:off x="2952374" y="1723354"/>
            <a:ext cx="335249" cy="221774"/>
          </a:xfrm>
          <a:prstGeom prst="rect">
            <a:avLst/>
          </a:prstGeom>
          <a:solidFill>
            <a:srgbClr val="E67E22">
              <a:alpha val="53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TextBox 1207"/>
          <p:cNvSpPr txBox="1"/>
          <p:nvPr/>
        </p:nvSpPr>
        <p:spPr>
          <a:xfrm>
            <a:off x="294637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294637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210" name="Rectangle 1209"/>
          <p:cNvSpPr/>
          <p:nvPr/>
        </p:nvSpPr>
        <p:spPr>
          <a:xfrm>
            <a:off x="3299623" y="1723354"/>
            <a:ext cx="335249" cy="221774"/>
          </a:xfrm>
          <a:prstGeom prst="rect">
            <a:avLst/>
          </a:prstGeom>
          <a:solidFill>
            <a:srgbClr val="E67E22">
              <a:alpha val="522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TextBox 1210"/>
          <p:cNvSpPr txBox="1"/>
          <p:nvPr/>
        </p:nvSpPr>
        <p:spPr>
          <a:xfrm>
            <a:off x="329362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329362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213" name="Rectangle 1212"/>
          <p:cNvSpPr/>
          <p:nvPr/>
        </p:nvSpPr>
        <p:spPr>
          <a:xfrm>
            <a:off x="3646872" y="1723354"/>
            <a:ext cx="335249" cy="221774"/>
          </a:xfrm>
          <a:prstGeom prst="rect">
            <a:avLst/>
          </a:prstGeom>
          <a:solidFill>
            <a:srgbClr val="E67E22">
              <a:alpha val="496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364087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3.7M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364087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216" name="Rectangle 1215"/>
          <p:cNvSpPr/>
          <p:nvPr/>
        </p:nvSpPr>
        <p:spPr>
          <a:xfrm>
            <a:off x="3994121" y="1723354"/>
            <a:ext cx="335249" cy="221774"/>
          </a:xfrm>
          <a:prstGeom prst="rect">
            <a:avLst/>
          </a:prstGeom>
          <a:solidFill>
            <a:srgbClr val="E67E22">
              <a:alpha val="680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398812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6.4M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398812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219" name="Rectangle 1218"/>
          <p:cNvSpPr/>
          <p:nvPr/>
        </p:nvSpPr>
        <p:spPr>
          <a:xfrm>
            <a:off x="4341370" y="1723354"/>
            <a:ext cx="335249" cy="221774"/>
          </a:xfrm>
          <a:prstGeom prst="rect">
            <a:avLst/>
          </a:prstGeom>
          <a:solidFill>
            <a:srgbClr val="E67E22">
              <a:alpha val="705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433537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433537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222" name="Rectangle 1221"/>
          <p:cNvSpPr/>
          <p:nvPr/>
        </p:nvSpPr>
        <p:spPr>
          <a:xfrm>
            <a:off x="4688619" y="1723354"/>
            <a:ext cx="335249" cy="221774"/>
          </a:xfrm>
          <a:prstGeom prst="rect">
            <a:avLst/>
          </a:prstGeom>
          <a:solidFill>
            <a:srgbClr val="E67E22">
              <a:alpha val="49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468261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468261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225" name="Rectangle 1224"/>
          <p:cNvSpPr/>
          <p:nvPr/>
        </p:nvSpPr>
        <p:spPr>
          <a:xfrm>
            <a:off x="5035868" y="1723354"/>
            <a:ext cx="335249" cy="221774"/>
          </a:xfrm>
          <a:prstGeom prst="rect">
            <a:avLst/>
          </a:prstGeom>
          <a:solidFill>
            <a:srgbClr val="E67E22">
              <a:alpha val="484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502986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3.5M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502986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228" name="Rectangle 1227"/>
          <p:cNvSpPr/>
          <p:nvPr/>
        </p:nvSpPr>
        <p:spPr>
          <a:xfrm>
            <a:off x="5383117" y="1723354"/>
            <a:ext cx="335249" cy="221774"/>
          </a:xfrm>
          <a:prstGeom prst="rect">
            <a:avLst/>
          </a:prstGeom>
          <a:solidFill>
            <a:srgbClr val="E67E22">
              <a:alpha val="40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537711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230" name="TextBox 1229"/>
          <p:cNvSpPr txBox="1"/>
          <p:nvPr/>
        </p:nvSpPr>
        <p:spPr>
          <a:xfrm>
            <a:off x="537711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231" name="Rectangle 1230"/>
          <p:cNvSpPr/>
          <p:nvPr/>
        </p:nvSpPr>
        <p:spPr>
          <a:xfrm>
            <a:off x="5730366" y="1723354"/>
            <a:ext cx="335249" cy="221774"/>
          </a:xfrm>
          <a:prstGeom prst="rect">
            <a:avLst/>
          </a:prstGeom>
          <a:solidFill>
            <a:srgbClr val="E67E22">
              <a:alpha val="4796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TextBox 1231"/>
          <p:cNvSpPr txBox="1"/>
          <p:nvPr/>
        </p:nvSpPr>
        <p:spPr>
          <a:xfrm>
            <a:off x="572436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233" name="TextBox 1232"/>
          <p:cNvSpPr txBox="1"/>
          <p:nvPr/>
        </p:nvSpPr>
        <p:spPr>
          <a:xfrm>
            <a:off x="572436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202880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235" name="Rectangle 1234"/>
          <p:cNvSpPr/>
          <p:nvPr/>
        </p:nvSpPr>
        <p:spPr>
          <a:xfrm>
            <a:off x="868880" y="1957128"/>
            <a:ext cx="335249" cy="221774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86288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86288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238" name="Rectangle 1237"/>
          <p:cNvSpPr/>
          <p:nvPr/>
        </p:nvSpPr>
        <p:spPr>
          <a:xfrm>
            <a:off x="1216129" y="1957128"/>
            <a:ext cx="335249" cy="221774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TextBox 1238"/>
          <p:cNvSpPr txBox="1"/>
          <p:nvPr/>
        </p:nvSpPr>
        <p:spPr>
          <a:xfrm>
            <a:off x="121012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121012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241" name="Rectangle 1240"/>
          <p:cNvSpPr/>
          <p:nvPr/>
        </p:nvSpPr>
        <p:spPr>
          <a:xfrm>
            <a:off x="1563378" y="1957128"/>
            <a:ext cx="335249" cy="221774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155737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155737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244" name="Rectangle 1243"/>
          <p:cNvSpPr/>
          <p:nvPr/>
        </p:nvSpPr>
        <p:spPr>
          <a:xfrm>
            <a:off x="1910627" y="1957128"/>
            <a:ext cx="335249" cy="221774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190462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1.5M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190462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5件</a:t>
            </a:r>
          </a:p>
        </p:txBody>
      </p:sp>
      <p:sp>
        <p:nvSpPr>
          <p:cNvPr id="1247" name="Rectangle 1246"/>
          <p:cNvSpPr/>
          <p:nvPr/>
        </p:nvSpPr>
        <p:spPr>
          <a:xfrm>
            <a:off x="2257876" y="1957128"/>
            <a:ext cx="335249" cy="221774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TextBox 1247"/>
          <p:cNvSpPr txBox="1"/>
          <p:nvPr/>
        </p:nvSpPr>
        <p:spPr>
          <a:xfrm>
            <a:off x="225187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4.8M</a:t>
            </a:r>
          </a:p>
        </p:txBody>
      </p:sp>
      <p:sp>
        <p:nvSpPr>
          <p:cNvPr id="1249" name="TextBox 1248"/>
          <p:cNvSpPr txBox="1"/>
          <p:nvPr/>
        </p:nvSpPr>
        <p:spPr>
          <a:xfrm>
            <a:off x="225187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250" name="Rectangle 1249"/>
          <p:cNvSpPr/>
          <p:nvPr/>
        </p:nvSpPr>
        <p:spPr>
          <a:xfrm>
            <a:off x="2605125" y="1957128"/>
            <a:ext cx="335249" cy="221774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TextBox 1250"/>
          <p:cNvSpPr txBox="1"/>
          <p:nvPr/>
        </p:nvSpPr>
        <p:spPr>
          <a:xfrm>
            <a:off x="259912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252" name="TextBox 1251"/>
          <p:cNvSpPr txBox="1"/>
          <p:nvPr/>
        </p:nvSpPr>
        <p:spPr>
          <a:xfrm>
            <a:off x="259912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53" name="Rectangle 1252"/>
          <p:cNvSpPr/>
          <p:nvPr/>
        </p:nvSpPr>
        <p:spPr>
          <a:xfrm>
            <a:off x="2952374" y="1957128"/>
            <a:ext cx="335249" cy="221774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TextBox 1253"/>
          <p:cNvSpPr txBox="1"/>
          <p:nvPr/>
        </p:nvSpPr>
        <p:spPr>
          <a:xfrm>
            <a:off x="294637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255" name="TextBox 1254"/>
          <p:cNvSpPr txBox="1"/>
          <p:nvPr/>
        </p:nvSpPr>
        <p:spPr>
          <a:xfrm>
            <a:off x="294637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256" name="Rectangle 1255"/>
          <p:cNvSpPr/>
          <p:nvPr/>
        </p:nvSpPr>
        <p:spPr>
          <a:xfrm>
            <a:off x="3299623" y="1957128"/>
            <a:ext cx="335249" cy="221774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TextBox 1256"/>
          <p:cNvSpPr txBox="1"/>
          <p:nvPr/>
        </p:nvSpPr>
        <p:spPr>
          <a:xfrm>
            <a:off x="329362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4.1M</a:t>
            </a:r>
          </a:p>
        </p:txBody>
      </p:sp>
      <p:sp>
        <p:nvSpPr>
          <p:cNvPr id="1258" name="TextBox 1257"/>
          <p:cNvSpPr txBox="1"/>
          <p:nvPr/>
        </p:nvSpPr>
        <p:spPr>
          <a:xfrm>
            <a:off x="329362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259" name="Rectangle 1258"/>
          <p:cNvSpPr/>
          <p:nvPr/>
        </p:nvSpPr>
        <p:spPr>
          <a:xfrm>
            <a:off x="3646872" y="1957128"/>
            <a:ext cx="335249" cy="221774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TextBox 1259"/>
          <p:cNvSpPr txBox="1"/>
          <p:nvPr/>
        </p:nvSpPr>
        <p:spPr>
          <a:xfrm>
            <a:off x="364087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364087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62" name="Rectangle 1261"/>
          <p:cNvSpPr/>
          <p:nvPr/>
        </p:nvSpPr>
        <p:spPr>
          <a:xfrm>
            <a:off x="3994121" y="1957128"/>
            <a:ext cx="335249" cy="221774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398812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398812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265" name="Rectangle 1264"/>
          <p:cNvSpPr/>
          <p:nvPr/>
        </p:nvSpPr>
        <p:spPr>
          <a:xfrm>
            <a:off x="4341370" y="1957128"/>
            <a:ext cx="335249" cy="221774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433537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433537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268" name="Rectangle 1267"/>
          <p:cNvSpPr/>
          <p:nvPr/>
        </p:nvSpPr>
        <p:spPr>
          <a:xfrm>
            <a:off x="4688619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468261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468261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271" name="Rectangle 1270"/>
          <p:cNvSpPr/>
          <p:nvPr/>
        </p:nvSpPr>
        <p:spPr>
          <a:xfrm>
            <a:off x="5035868" y="1957128"/>
            <a:ext cx="335249" cy="221774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502986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2.6M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502986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274" name="Rectangle 1273"/>
          <p:cNvSpPr/>
          <p:nvPr/>
        </p:nvSpPr>
        <p:spPr>
          <a:xfrm>
            <a:off x="5383117" y="1957128"/>
            <a:ext cx="335249" cy="221774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537711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276" name="TextBox 1275"/>
          <p:cNvSpPr txBox="1"/>
          <p:nvPr/>
        </p:nvSpPr>
        <p:spPr>
          <a:xfrm>
            <a:off x="537711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277" name="Rectangle 1276"/>
          <p:cNvSpPr/>
          <p:nvPr/>
        </p:nvSpPr>
        <p:spPr>
          <a:xfrm>
            <a:off x="5730366" y="1957128"/>
            <a:ext cx="335249" cy="221774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572436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4.7M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572436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202880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281" name="Rectangle 1280"/>
          <p:cNvSpPr/>
          <p:nvPr/>
        </p:nvSpPr>
        <p:spPr>
          <a:xfrm>
            <a:off x="868880" y="2190902"/>
            <a:ext cx="335249" cy="221774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862880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862880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284" name="Rectangle 1283"/>
          <p:cNvSpPr/>
          <p:nvPr/>
        </p:nvSpPr>
        <p:spPr>
          <a:xfrm>
            <a:off x="1910627" y="2190902"/>
            <a:ext cx="335249" cy="221774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TextBox 1284"/>
          <p:cNvSpPr txBox="1"/>
          <p:nvPr/>
        </p:nvSpPr>
        <p:spPr>
          <a:xfrm>
            <a:off x="190462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286" name="TextBox 1285"/>
          <p:cNvSpPr txBox="1"/>
          <p:nvPr/>
        </p:nvSpPr>
        <p:spPr>
          <a:xfrm>
            <a:off x="190462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287" name="Rectangle 1286"/>
          <p:cNvSpPr/>
          <p:nvPr/>
        </p:nvSpPr>
        <p:spPr>
          <a:xfrm>
            <a:off x="2605125" y="2190902"/>
            <a:ext cx="335249" cy="221774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TextBox 1287"/>
          <p:cNvSpPr txBox="1"/>
          <p:nvPr/>
        </p:nvSpPr>
        <p:spPr>
          <a:xfrm>
            <a:off x="259912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259912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290" name="Rectangle 1289"/>
          <p:cNvSpPr/>
          <p:nvPr/>
        </p:nvSpPr>
        <p:spPr>
          <a:xfrm>
            <a:off x="3994121" y="2190902"/>
            <a:ext cx="335249" cy="221774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TextBox 1290"/>
          <p:cNvSpPr txBox="1"/>
          <p:nvPr/>
        </p:nvSpPr>
        <p:spPr>
          <a:xfrm>
            <a:off x="398812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398812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293" name="Rectangle 1292"/>
          <p:cNvSpPr/>
          <p:nvPr/>
        </p:nvSpPr>
        <p:spPr>
          <a:xfrm>
            <a:off x="4688619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TextBox 1293"/>
          <p:cNvSpPr txBox="1"/>
          <p:nvPr/>
        </p:nvSpPr>
        <p:spPr>
          <a:xfrm>
            <a:off x="4682619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4682619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96" name="Rectangle 1295"/>
          <p:cNvSpPr/>
          <p:nvPr/>
        </p:nvSpPr>
        <p:spPr>
          <a:xfrm>
            <a:off x="5383117" y="2190902"/>
            <a:ext cx="335249" cy="221774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TextBox 1296"/>
          <p:cNvSpPr txBox="1"/>
          <p:nvPr/>
        </p:nvSpPr>
        <p:spPr>
          <a:xfrm>
            <a:off x="537711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298" name="TextBox 1297"/>
          <p:cNvSpPr txBox="1"/>
          <p:nvPr/>
        </p:nvSpPr>
        <p:spPr>
          <a:xfrm>
            <a:off x="537711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299" name="TextBox 1298"/>
          <p:cNvSpPr txBox="1"/>
          <p:nvPr/>
        </p:nvSpPr>
        <p:spPr>
          <a:xfrm>
            <a:off x="202880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300" name="Rectangle 1299"/>
          <p:cNvSpPr/>
          <p:nvPr/>
        </p:nvSpPr>
        <p:spPr>
          <a:xfrm>
            <a:off x="1910627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TextBox 1300"/>
          <p:cNvSpPr txBox="1"/>
          <p:nvPr/>
        </p:nvSpPr>
        <p:spPr>
          <a:xfrm>
            <a:off x="1904627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302" name="TextBox 1301"/>
          <p:cNvSpPr txBox="1"/>
          <p:nvPr/>
        </p:nvSpPr>
        <p:spPr>
          <a:xfrm>
            <a:off x="1904627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303" name="Rectangle 1302"/>
          <p:cNvSpPr/>
          <p:nvPr/>
        </p:nvSpPr>
        <p:spPr>
          <a:xfrm>
            <a:off x="2605125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TextBox 1303"/>
          <p:cNvSpPr txBox="1"/>
          <p:nvPr/>
        </p:nvSpPr>
        <p:spPr>
          <a:xfrm>
            <a:off x="2599125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305" name="TextBox 1304"/>
          <p:cNvSpPr txBox="1"/>
          <p:nvPr/>
        </p:nvSpPr>
        <p:spPr>
          <a:xfrm>
            <a:off x="2599125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306" name="TextBox 1305"/>
          <p:cNvSpPr txBox="1"/>
          <p:nvPr/>
        </p:nvSpPr>
        <p:spPr>
          <a:xfrm>
            <a:off x="202880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307" name="Rectangle 1306"/>
          <p:cNvSpPr/>
          <p:nvPr/>
        </p:nvSpPr>
        <p:spPr>
          <a:xfrm>
            <a:off x="868880" y="2658450"/>
            <a:ext cx="335249" cy="221774"/>
          </a:xfrm>
          <a:prstGeom prst="rect">
            <a:avLst/>
          </a:prstGeom>
          <a:solidFill>
            <a:srgbClr val="C0392B">
              <a:alpha val="29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TextBox 1307"/>
          <p:cNvSpPr txBox="1"/>
          <p:nvPr/>
        </p:nvSpPr>
        <p:spPr>
          <a:xfrm>
            <a:off x="86288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0.5M</a:t>
            </a:r>
          </a:p>
        </p:txBody>
      </p:sp>
      <p:sp>
        <p:nvSpPr>
          <p:cNvPr id="1309" name="TextBox 1308"/>
          <p:cNvSpPr txBox="1"/>
          <p:nvPr/>
        </p:nvSpPr>
        <p:spPr>
          <a:xfrm>
            <a:off x="86288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310" name="Rectangle 1309"/>
          <p:cNvSpPr/>
          <p:nvPr/>
        </p:nvSpPr>
        <p:spPr>
          <a:xfrm>
            <a:off x="1216129" y="2658450"/>
            <a:ext cx="335249" cy="221774"/>
          </a:xfrm>
          <a:prstGeom prst="rect">
            <a:avLst/>
          </a:prstGeom>
          <a:solidFill>
            <a:srgbClr val="C0392B">
              <a:alpha val="513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TextBox 1310"/>
          <p:cNvSpPr txBox="1"/>
          <p:nvPr/>
        </p:nvSpPr>
        <p:spPr>
          <a:xfrm>
            <a:off x="121012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3.0M</a:t>
            </a:r>
          </a:p>
        </p:txBody>
      </p:sp>
      <p:sp>
        <p:nvSpPr>
          <p:cNvPr id="1312" name="TextBox 1311"/>
          <p:cNvSpPr txBox="1"/>
          <p:nvPr/>
        </p:nvSpPr>
        <p:spPr>
          <a:xfrm>
            <a:off x="121012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313" name="Rectangle 1312"/>
          <p:cNvSpPr/>
          <p:nvPr/>
        </p:nvSpPr>
        <p:spPr>
          <a:xfrm>
            <a:off x="1563378" y="2658450"/>
            <a:ext cx="335249" cy="221774"/>
          </a:xfrm>
          <a:prstGeom prst="rect">
            <a:avLst/>
          </a:prstGeom>
          <a:solidFill>
            <a:srgbClr val="C0392B">
              <a:alpha val="518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TextBox 1313"/>
          <p:cNvSpPr txBox="1"/>
          <p:nvPr/>
        </p:nvSpPr>
        <p:spPr>
          <a:xfrm>
            <a:off x="155737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3.1M</a:t>
            </a:r>
          </a:p>
        </p:txBody>
      </p:sp>
      <p:sp>
        <p:nvSpPr>
          <p:cNvPr id="1315" name="TextBox 1314"/>
          <p:cNvSpPr txBox="1"/>
          <p:nvPr/>
        </p:nvSpPr>
        <p:spPr>
          <a:xfrm>
            <a:off x="155737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316" name="Rectangle 1315"/>
          <p:cNvSpPr/>
          <p:nvPr/>
        </p:nvSpPr>
        <p:spPr>
          <a:xfrm>
            <a:off x="1910627" y="2658450"/>
            <a:ext cx="335249" cy="221774"/>
          </a:xfrm>
          <a:prstGeom prst="rect">
            <a:avLst/>
          </a:prstGeom>
          <a:solidFill>
            <a:srgbClr val="C0392B">
              <a:alpha val="2596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190462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1318" name="TextBox 1317"/>
          <p:cNvSpPr txBox="1"/>
          <p:nvPr/>
        </p:nvSpPr>
        <p:spPr>
          <a:xfrm>
            <a:off x="190462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1319" name="Rectangle 1318"/>
          <p:cNvSpPr/>
          <p:nvPr/>
        </p:nvSpPr>
        <p:spPr>
          <a:xfrm>
            <a:off x="2257876" y="2658450"/>
            <a:ext cx="335249" cy="221774"/>
          </a:xfrm>
          <a:prstGeom prst="rect">
            <a:avLst/>
          </a:prstGeom>
          <a:solidFill>
            <a:srgbClr val="C0392B">
              <a:alpha val="308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TextBox 1319"/>
          <p:cNvSpPr txBox="1"/>
          <p:nvPr/>
        </p:nvSpPr>
        <p:spPr>
          <a:xfrm>
            <a:off x="225187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0.7M</a:t>
            </a:r>
          </a:p>
        </p:txBody>
      </p:sp>
      <p:sp>
        <p:nvSpPr>
          <p:cNvPr id="1321" name="TextBox 1320"/>
          <p:cNvSpPr txBox="1"/>
          <p:nvPr/>
        </p:nvSpPr>
        <p:spPr>
          <a:xfrm>
            <a:off x="225187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1322" name="Rectangle 1321"/>
          <p:cNvSpPr/>
          <p:nvPr/>
        </p:nvSpPr>
        <p:spPr>
          <a:xfrm>
            <a:off x="2605125" y="2658450"/>
            <a:ext cx="335249" cy="221774"/>
          </a:xfrm>
          <a:prstGeom prst="rect">
            <a:avLst/>
          </a:prstGeom>
          <a:solidFill>
            <a:srgbClr val="C0392B">
              <a:alpha val="497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259912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2.8M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259912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11件</a:t>
            </a:r>
          </a:p>
        </p:txBody>
      </p:sp>
      <p:sp>
        <p:nvSpPr>
          <p:cNvPr id="1325" name="Rectangle 1324"/>
          <p:cNvSpPr/>
          <p:nvPr/>
        </p:nvSpPr>
        <p:spPr>
          <a:xfrm>
            <a:off x="2952374" y="2658450"/>
            <a:ext cx="335249" cy="221774"/>
          </a:xfrm>
          <a:prstGeom prst="rect">
            <a:avLst/>
          </a:prstGeom>
          <a:solidFill>
            <a:srgbClr val="C0392B">
              <a:alpha val="344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TextBox 1325"/>
          <p:cNvSpPr txBox="1"/>
          <p:nvPr/>
        </p:nvSpPr>
        <p:spPr>
          <a:xfrm>
            <a:off x="294637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294637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328" name="Rectangle 1327"/>
          <p:cNvSpPr/>
          <p:nvPr/>
        </p:nvSpPr>
        <p:spPr>
          <a:xfrm>
            <a:off x="3299623" y="2658450"/>
            <a:ext cx="335249" cy="221774"/>
          </a:xfrm>
          <a:prstGeom prst="rect">
            <a:avLst/>
          </a:prstGeom>
          <a:solidFill>
            <a:srgbClr val="C0392B">
              <a:alpha val="832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TextBox 1328"/>
          <p:cNvSpPr txBox="1"/>
          <p:nvPr/>
        </p:nvSpPr>
        <p:spPr>
          <a:xfrm>
            <a:off x="329362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330" name="TextBox 1329"/>
          <p:cNvSpPr txBox="1"/>
          <p:nvPr/>
        </p:nvSpPr>
        <p:spPr>
          <a:xfrm>
            <a:off x="329362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331" name="Rectangle 1330"/>
          <p:cNvSpPr/>
          <p:nvPr/>
        </p:nvSpPr>
        <p:spPr>
          <a:xfrm>
            <a:off x="3646872" y="2658450"/>
            <a:ext cx="335249" cy="221774"/>
          </a:xfrm>
          <a:prstGeom prst="rect">
            <a:avLst/>
          </a:prstGeom>
          <a:solidFill>
            <a:srgbClr val="C0392B">
              <a:alpha val="36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TextBox 1331"/>
          <p:cNvSpPr txBox="1"/>
          <p:nvPr/>
        </p:nvSpPr>
        <p:spPr>
          <a:xfrm>
            <a:off x="364087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1333" name="TextBox 1332"/>
          <p:cNvSpPr txBox="1"/>
          <p:nvPr/>
        </p:nvSpPr>
        <p:spPr>
          <a:xfrm>
            <a:off x="364087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334" name="Rectangle 1333"/>
          <p:cNvSpPr/>
          <p:nvPr/>
        </p:nvSpPr>
        <p:spPr>
          <a:xfrm>
            <a:off x="3994121" y="2658450"/>
            <a:ext cx="335249" cy="221774"/>
          </a:xfrm>
          <a:prstGeom prst="rect">
            <a:avLst/>
          </a:prstGeom>
          <a:solidFill>
            <a:srgbClr val="C0392B">
              <a:alpha val="5504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TextBox 1334"/>
          <p:cNvSpPr txBox="1"/>
          <p:nvPr/>
        </p:nvSpPr>
        <p:spPr>
          <a:xfrm>
            <a:off x="398812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398812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337" name="Rectangle 1336"/>
          <p:cNvSpPr/>
          <p:nvPr/>
        </p:nvSpPr>
        <p:spPr>
          <a:xfrm>
            <a:off x="4341370" y="2658450"/>
            <a:ext cx="335249" cy="221774"/>
          </a:xfrm>
          <a:prstGeom prst="rect">
            <a:avLst/>
          </a:prstGeom>
          <a:solidFill>
            <a:srgbClr val="C0392B">
              <a:alpha val="4725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TextBox 1337"/>
          <p:cNvSpPr txBox="1"/>
          <p:nvPr/>
        </p:nvSpPr>
        <p:spPr>
          <a:xfrm>
            <a:off x="433537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2.5M</a:t>
            </a:r>
          </a:p>
        </p:txBody>
      </p:sp>
      <p:sp>
        <p:nvSpPr>
          <p:cNvPr id="1339" name="TextBox 1338"/>
          <p:cNvSpPr txBox="1"/>
          <p:nvPr/>
        </p:nvSpPr>
        <p:spPr>
          <a:xfrm>
            <a:off x="433537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340" name="Rectangle 1339"/>
          <p:cNvSpPr/>
          <p:nvPr/>
        </p:nvSpPr>
        <p:spPr>
          <a:xfrm>
            <a:off x="4688619" y="2658450"/>
            <a:ext cx="335249" cy="221774"/>
          </a:xfrm>
          <a:prstGeom prst="rect">
            <a:avLst/>
          </a:prstGeom>
          <a:solidFill>
            <a:srgbClr val="C0392B">
              <a:alpha val="55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TextBox 1340"/>
          <p:cNvSpPr txBox="1"/>
          <p:nvPr/>
        </p:nvSpPr>
        <p:spPr>
          <a:xfrm>
            <a:off x="468261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342" name="TextBox 1341"/>
          <p:cNvSpPr txBox="1"/>
          <p:nvPr/>
        </p:nvSpPr>
        <p:spPr>
          <a:xfrm>
            <a:off x="468261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343" name="Rectangle 1342"/>
          <p:cNvSpPr/>
          <p:nvPr/>
        </p:nvSpPr>
        <p:spPr>
          <a:xfrm>
            <a:off x="5035868" y="2658450"/>
            <a:ext cx="335249" cy="221774"/>
          </a:xfrm>
          <a:prstGeom prst="rect">
            <a:avLst/>
          </a:prstGeom>
          <a:solidFill>
            <a:srgbClr val="C0392B">
              <a:alpha val="817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TextBox 1343"/>
          <p:cNvSpPr txBox="1"/>
          <p:nvPr/>
        </p:nvSpPr>
        <p:spPr>
          <a:xfrm>
            <a:off x="502986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6.5M</a:t>
            </a:r>
          </a:p>
        </p:txBody>
      </p:sp>
      <p:sp>
        <p:nvSpPr>
          <p:cNvPr id="1345" name="TextBox 1344"/>
          <p:cNvSpPr txBox="1"/>
          <p:nvPr/>
        </p:nvSpPr>
        <p:spPr>
          <a:xfrm>
            <a:off x="502986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346" name="Rectangle 1345"/>
          <p:cNvSpPr/>
          <p:nvPr/>
        </p:nvSpPr>
        <p:spPr>
          <a:xfrm>
            <a:off x="5383117" y="2658450"/>
            <a:ext cx="335249" cy="221774"/>
          </a:xfrm>
          <a:prstGeom prst="rect">
            <a:avLst/>
          </a:prstGeom>
          <a:solidFill>
            <a:srgbClr val="C0392B">
              <a:alpha val="7778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TextBox 1346"/>
          <p:cNvSpPr txBox="1"/>
          <p:nvPr/>
        </p:nvSpPr>
        <p:spPr>
          <a:xfrm>
            <a:off x="537711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348" name="TextBox 1347"/>
          <p:cNvSpPr txBox="1"/>
          <p:nvPr/>
        </p:nvSpPr>
        <p:spPr>
          <a:xfrm>
            <a:off x="537711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349" name="Rectangle 1348"/>
          <p:cNvSpPr/>
          <p:nvPr/>
        </p:nvSpPr>
        <p:spPr>
          <a:xfrm>
            <a:off x="5730366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TextBox 1349"/>
          <p:cNvSpPr txBox="1"/>
          <p:nvPr/>
        </p:nvSpPr>
        <p:spPr>
          <a:xfrm>
            <a:off x="572436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8.5M</a:t>
            </a:r>
          </a:p>
        </p:txBody>
      </p:sp>
      <p:sp>
        <p:nvSpPr>
          <p:cNvPr id="1351" name="TextBox 1350"/>
          <p:cNvSpPr txBox="1"/>
          <p:nvPr/>
        </p:nvSpPr>
        <p:spPr>
          <a:xfrm>
            <a:off x="572436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352" name="TextBox 1351"/>
          <p:cNvSpPr txBox="1"/>
          <p:nvPr/>
        </p:nvSpPr>
        <p:spPr>
          <a:xfrm>
            <a:off x="202880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353" name="Rectangle 1352"/>
          <p:cNvSpPr/>
          <p:nvPr/>
        </p:nvSpPr>
        <p:spPr>
          <a:xfrm>
            <a:off x="86888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TextBox 1353"/>
          <p:cNvSpPr txBox="1"/>
          <p:nvPr/>
        </p:nvSpPr>
        <p:spPr>
          <a:xfrm>
            <a:off x="86288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12.7M</a:t>
            </a:r>
          </a:p>
        </p:txBody>
      </p:sp>
      <p:sp>
        <p:nvSpPr>
          <p:cNvPr id="1355" name="TextBox 1354"/>
          <p:cNvSpPr txBox="1"/>
          <p:nvPr/>
        </p:nvSpPr>
        <p:spPr>
          <a:xfrm>
            <a:off x="86288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356" name="Rectangle 1355"/>
          <p:cNvSpPr/>
          <p:nvPr/>
        </p:nvSpPr>
        <p:spPr>
          <a:xfrm>
            <a:off x="121612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TextBox 1356"/>
          <p:cNvSpPr txBox="1"/>
          <p:nvPr/>
        </p:nvSpPr>
        <p:spPr>
          <a:xfrm>
            <a:off x="121012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13.4M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121012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359" name="Rectangle 1358"/>
          <p:cNvSpPr/>
          <p:nvPr/>
        </p:nvSpPr>
        <p:spPr>
          <a:xfrm>
            <a:off x="156337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TextBox 1359"/>
          <p:cNvSpPr txBox="1"/>
          <p:nvPr/>
        </p:nvSpPr>
        <p:spPr>
          <a:xfrm>
            <a:off x="155737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26.8M</a:t>
            </a:r>
          </a:p>
        </p:txBody>
      </p:sp>
      <p:sp>
        <p:nvSpPr>
          <p:cNvPr id="1361" name="TextBox 1360"/>
          <p:cNvSpPr txBox="1"/>
          <p:nvPr/>
        </p:nvSpPr>
        <p:spPr>
          <a:xfrm>
            <a:off x="155737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362" name="Rectangle 1361"/>
          <p:cNvSpPr/>
          <p:nvPr/>
        </p:nvSpPr>
        <p:spPr>
          <a:xfrm>
            <a:off x="191062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TextBox 1362"/>
          <p:cNvSpPr txBox="1"/>
          <p:nvPr/>
        </p:nvSpPr>
        <p:spPr>
          <a:xfrm>
            <a:off x="190462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9.9M</a:t>
            </a:r>
          </a:p>
        </p:txBody>
      </p:sp>
      <p:sp>
        <p:nvSpPr>
          <p:cNvPr id="1364" name="TextBox 1363"/>
          <p:cNvSpPr txBox="1"/>
          <p:nvPr/>
        </p:nvSpPr>
        <p:spPr>
          <a:xfrm>
            <a:off x="190462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365" name="Rectangle 1364"/>
          <p:cNvSpPr/>
          <p:nvPr/>
        </p:nvSpPr>
        <p:spPr>
          <a:xfrm>
            <a:off x="225787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TextBox 1365"/>
          <p:cNvSpPr txBox="1"/>
          <p:nvPr/>
        </p:nvSpPr>
        <p:spPr>
          <a:xfrm>
            <a:off x="225187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11.8M</a:t>
            </a:r>
          </a:p>
        </p:txBody>
      </p:sp>
      <p:sp>
        <p:nvSpPr>
          <p:cNvPr id="1367" name="TextBox 1366"/>
          <p:cNvSpPr txBox="1"/>
          <p:nvPr/>
        </p:nvSpPr>
        <p:spPr>
          <a:xfrm>
            <a:off x="225187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368" name="Rectangle 1367"/>
          <p:cNvSpPr/>
          <p:nvPr/>
        </p:nvSpPr>
        <p:spPr>
          <a:xfrm>
            <a:off x="260512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TextBox 1368"/>
          <p:cNvSpPr txBox="1"/>
          <p:nvPr/>
        </p:nvSpPr>
        <p:spPr>
          <a:xfrm>
            <a:off x="259912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22.2M</a:t>
            </a:r>
          </a:p>
        </p:txBody>
      </p:sp>
      <p:sp>
        <p:nvSpPr>
          <p:cNvPr id="1370" name="TextBox 1369"/>
          <p:cNvSpPr txBox="1"/>
          <p:nvPr/>
        </p:nvSpPr>
        <p:spPr>
          <a:xfrm>
            <a:off x="259912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61件</a:t>
            </a:r>
          </a:p>
        </p:txBody>
      </p:sp>
      <p:sp>
        <p:nvSpPr>
          <p:cNvPr id="1371" name="Rectangle 1370"/>
          <p:cNvSpPr/>
          <p:nvPr/>
        </p:nvSpPr>
        <p:spPr>
          <a:xfrm>
            <a:off x="295237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TextBox 1371"/>
          <p:cNvSpPr txBox="1"/>
          <p:nvPr/>
        </p:nvSpPr>
        <p:spPr>
          <a:xfrm>
            <a:off x="294637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373" name="TextBox 1372"/>
          <p:cNvSpPr txBox="1"/>
          <p:nvPr/>
        </p:nvSpPr>
        <p:spPr>
          <a:xfrm>
            <a:off x="294637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374" name="Rectangle 1373"/>
          <p:cNvSpPr/>
          <p:nvPr/>
        </p:nvSpPr>
        <p:spPr>
          <a:xfrm>
            <a:off x="329962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TextBox 1374"/>
          <p:cNvSpPr txBox="1"/>
          <p:nvPr/>
        </p:nvSpPr>
        <p:spPr>
          <a:xfrm>
            <a:off x="329362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20.9M</a:t>
            </a:r>
          </a:p>
        </p:txBody>
      </p:sp>
      <p:sp>
        <p:nvSpPr>
          <p:cNvPr id="1376" name="TextBox 1375"/>
          <p:cNvSpPr txBox="1"/>
          <p:nvPr/>
        </p:nvSpPr>
        <p:spPr>
          <a:xfrm>
            <a:off x="329362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57件</a:t>
            </a:r>
          </a:p>
        </p:txBody>
      </p:sp>
      <p:sp>
        <p:nvSpPr>
          <p:cNvPr id="1377" name="Rectangle 1376"/>
          <p:cNvSpPr/>
          <p:nvPr/>
        </p:nvSpPr>
        <p:spPr>
          <a:xfrm>
            <a:off x="364687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TextBox 1377"/>
          <p:cNvSpPr txBox="1"/>
          <p:nvPr/>
        </p:nvSpPr>
        <p:spPr>
          <a:xfrm>
            <a:off x="364087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379" name="TextBox 1378"/>
          <p:cNvSpPr txBox="1"/>
          <p:nvPr/>
        </p:nvSpPr>
        <p:spPr>
          <a:xfrm>
            <a:off x="364087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380" name="Rectangle 1379"/>
          <p:cNvSpPr/>
          <p:nvPr/>
        </p:nvSpPr>
        <p:spPr>
          <a:xfrm>
            <a:off x="399412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TextBox 1380"/>
          <p:cNvSpPr txBox="1"/>
          <p:nvPr/>
        </p:nvSpPr>
        <p:spPr>
          <a:xfrm>
            <a:off x="398812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19.6M</a:t>
            </a:r>
          </a:p>
        </p:txBody>
      </p:sp>
      <p:sp>
        <p:nvSpPr>
          <p:cNvPr id="1382" name="TextBox 1381"/>
          <p:cNvSpPr txBox="1"/>
          <p:nvPr/>
        </p:nvSpPr>
        <p:spPr>
          <a:xfrm>
            <a:off x="398812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383" name="Rectangle 1382"/>
          <p:cNvSpPr/>
          <p:nvPr/>
        </p:nvSpPr>
        <p:spPr>
          <a:xfrm>
            <a:off x="434137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TextBox 1383"/>
          <p:cNvSpPr txBox="1"/>
          <p:nvPr/>
        </p:nvSpPr>
        <p:spPr>
          <a:xfrm>
            <a:off x="433537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16.8M</a:t>
            </a:r>
          </a:p>
        </p:txBody>
      </p:sp>
      <p:sp>
        <p:nvSpPr>
          <p:cNvPr id="1385" name="TextBox 1384"/>
          <p:cNvSpPr txBox="1"/>
          <p:nvPr/>
        </p:nvSpPr>
        <p:spPr>
          <a:xfrm>
            <a:off x="433537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386" name="Rectangle 1385"/>
          <p:cNvSpPr/>
          <p:nvPr/>
        </p:nvSpPr>
        <p:spPr>
          <a:xfrm>
            <a:off x="468861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TextBox 1386"/>
          <p:cNvSpPr txBox="1"/>
          <p:nvPr/>
        </p:nvSpPr>
        <p:spPr>
          <a:xfrm>
            <a:off x="468261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26.2M</a:t>
            </a:r>
          </a:p>
        </p:txBody>
      </p:sp>
      <p:sp>
        <p:nvSpPr>
          <p:cNvPr id="1388" name="TextBox 1387"/>
          <p:cNvSpPr txBox="1"/>
          <p:nvPr/>
        </p:nvSpPr>
        <p:spPr>
          <a:xfrm>
            <a:off x="468261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71件</a:t>
            </a:r>
          </a:p>
        </p:txBody>
      </p:sp>
      <p:sp>
        <p:nvSpPr>
          <p:cNvPr id="1389" name="Rectangle 1388"/>
          <p:cNvSpPr/>
          <p:nvPr/>
        </p:nvSpPr>
        <p:spPr>
          <a:xfrm>
            <a:off x="503586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TextBox 1389"/>
          <p:cNvSpPr txBox="1"/>
          <p:nvPr/>
        </p:nvSpPr>
        <p:spPr>
          <a:xfrm>
            <a:off x="502986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14.1M</a:t>
            </a:r>
          </a:p>
        </p:txBody>
      </p:sp>
      <p:sp>
        <p:nvSpPr>
          <p:cNvPr id="1391" name="TextBox 1390"/>
          <p:cNvSpPr txBox="1"/>
          <p:nvPr/>
        </p:nvSpPr>
        <p:spPr>
          <a:xfrm>
            <a:off x="502986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392" name="Rectangle 1391"/>
          <p:cNvSpPr/>
          <p:nvPr/>
        </p:nvSpPr>
        <p:spPr>
          <a:xfrm>
            <a:off x="538311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TextBox 1392"/>
          <p:cNvSpPr txBox="1"/>
          <p:nvPr/>
        </p:nvSpPr>
        <p:spPr>
          <a:xfrm>
            <a:off x="537711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22.8M</a:t>
            </a:r>
          </a:p>
        </p:txBody>
      </p:sp>
      <p:sp>
        <p:nvSpPr>
          <p:cNvPr id="1394" name="TextBox 1393"/>
          <p:cNvSpPr txBox="1"/>
          <p:nvPr/>
        </p:nvSpPr>
        <p:spPr>
          <a:xfrm>
            <a:off x="537711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395" name="Rectangle 1394"/>
          <p:cNvSpPr/>
          <p:nvPr/>
        </p:nvSpPr>
        <p:spPr>
          <a:xfrm>
            <a:off x="573036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TextBox 1395"/>
          <p:cNvSpPr txBox="1"/>
          <p:nvPr/>
        </p:nvSpPr>
        <p:spPr>
          <a:xfrm>
            <a:off x="572436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397" name="TextBox 1396"/>
          <p:cNvSpPr txBox="1"/>
          <p:nvPr/>
        </p:nvSpPr>
        <p:spPr>
          <a:xfrm>
            <a:off x="572436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51件</a:t>
            </a:r>
          </a:p>
        </p:txBody>
      </p:sp>
      <p:sp>
        <p:nvSpPr>
          <p:cNvPr id="1398" name="Rectangle 1397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TextBox 1398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1400" name="TextBox 1399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401" name="TextBox 1400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403" name="TextBox 1402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404" name="TextBox 1403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406" name="TextBox 1405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407" name="TextBox 1406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408" name="TextBox 1407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409" name="TextBox 1408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410" name="TextBox 1409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412" name="TextBox 1411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413" name="TextBox 1412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414" name="TextBox 1413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415" name="TextBox 1414"/>
          <p:cNvSpPr txBox="1"/>
          <p:nvPr/>
        </p:nvSpPr>
        <p:spPr>
          <a:xfrm>
            <a:off x="6183056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416" name="Rectangle 1415"/>
          <p:cNvSpPr/>
          <p:nvPr/>
        </p:nvSpPr>
        <p:spPr>
          <a:xfrm>
            <a:off x="6849056" y="1022032"/>
            <a:ext cx="335249" cy="221774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TextBox 1416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418" name="TextBox 1417"/>
          <p:cNvSpPr txBox="1"/>
          <p:nvPr/>
        </p:nvSpPr>
        <p:spPr>
          <a:xfrm>
            <a:off x="684305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419" name="Rectangle 1418"/>
          <p:cNvSpPr/>
          <p:nvPr/>
        </p:nvSpPr>
        <p:spPr>
          <a:xfrm>
            <a:off x="7196305" y="1022032"/>
            <a:ext cx="335249" cy="221774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TextBox 1419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421" name="TextBox 1420"/>
          <p:cNvSpPr txBox="1"/>
          <p:nvPr/>
        </p:nvSpPr>
        <p:spPr>
          <a:xfrm>
            <a:off x="719030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422" name="Rectangle 1421"/>
          <p:cNvSpPr/>
          <p:nvPr/>
        </p:nvSpPr>
        <p:spPr>
          <a:xfrm>
            <a:off x="7543554" y="1022032"/>
            <a:ext cx="335249" cy="221774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TextBox 1422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424" name="TextBox 1423"/>
          <p:cNvSpPr txBox="1"/>
          <p:nvPr/>
        </p:nvSpPr>
        <p:spPr>
          <a:xfrm>
            <a:off x="753755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425" name="Rectangle 1424"/>
          <p:cNvSpPr/>
          <p:nvPr/>
        </p:nvSpPr>
        <p:spPr>
          <a:xfrm>
            <a:off x="7890803" y="1022032"/>
            <a:ext cx="335249" cy="221774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TextBox 1425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427" name="TextBox 1426"/>
          <p:cNvSpPr txBox="1"/>
          <p:nvPr/>
        </p:nvSpPr>
        <p:spPr>
          <a:xfrm>
            <a:off x="788480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428" name="Rectangle 1427"/>
          <p:cNvSpPr/>
          <p:nvPr/>
        </p:nvSpPr>
        <p:spPr>
          <a:xfrm>
            <a:off x="8238052" y="1022032"/>
            <a:ext cx="335249" cy="221774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TextBox 1428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430" name="TextBox 1429"/>
          <p:cNvSpPr txBox="1"/>
          <p:nvPr/>
        </p:nvSpPr>
        <p:spPr>
          <a:xfrm>
            <a:off x="823205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431" name="Rectangle 1430"/>
          <p:cNvSpPr/>
          <p:nvPr/>
        </p:nvSpPr>
        <p:spPr>
          <a:xfrm>
            <a:off x="8585301" y="1022032"/>
            <a:ext cx="335249" cy="221774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TextBox 1431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6.1M</a:t>
            </a:r>
          </a:p>
        </p:txBody>
      </p:sp>
      <p:sp>
        <p:nvSpPr>
          <p:cNvPr id="1433" name="TextBox 1432"/>
          <p:cNvSpPr txBox="1"/>
          <p:nvPr/>
        </p:nvSpPr>
        <p:spPr>
          <a:xfrm>
            <a:off x="857930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21件</a:t>
            </a:r>
          </a:p>
        </p:txBody>
      </p:sp>
      <p:sp>
        <p:nvSpPr>
          <p:cNvPr id="1434" name="Rectangle 1433"/>
          <p:cNvSpPr/>
          <p:nvPr/>
        </p:nvSpPr>
        <p:spPr>
          <a:xfrm>
            <a:off x="8932550" y="1022032"/>
            <a:ext cx="335249" cy="221774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TextBox 1434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3.0M</a:t>
            </a:r>
          </a:p>
        </p:txBody>
      </p:sp>
      <p:sp>
        <p:nvSpPr>
          <p:cNvPr id="1436" name="TextBox 1435"/>
          <p:cNvSpPr txBox="1"/>
          <p:nvPr/>
        </p:nvSpPr>
        <p:spPr>
          <a:xfrm>
            <a:off x="892655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437" name="Rectangle 1436"/>
          <p:cNvSpPr/>
          <p:nvPr/>
        </p:nvSpPr>
        <p:spPr>
          <a:xfrm>
            <a:off x="9279799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TextBox 1437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10.4M</a:t>
            </a:r>
          </a:p>
        </p:txBody>
      </p:sp>
      <p:sp>
        <p:nvSpPr>
          <p:cNvPr id="1439" name="TextBox 1438"/>
          <p:cNvSpPr txBox="1"/>
          <p:nvPr/>
        </p:nvSpPr>
        <p:spPr>
          <a:xfrm>
            <a:off x="927379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440" name="Rectangle 1439"/>
          <p:cNvSpPr/>
          <p:nvPr/>
        </p:nvSpPr>
        <p:spPr>
          <a:xfrm>
            <a:off x="9627048" y="1022032"/>
            <a:ext cx="335249" cy="221774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1.8M</a:t>
            </a:r>
          </a:p>
        </p:txBody>
      </p:sp>
      <p:sp>
        <p:nvSpPr>
          <p:cNvPr id="1442" name="TextBox 1441"/>
          <p:cNvSpPr txBox="1"/>
          <p:nvPr/>
        </p:nvSpPr>
        <p:spPr>
          <a:xfrm>
            <a:off x="962104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16件</a:t>
            </a:r>
          </a:p>
        </p:txBody>
      </p:sp>
      <p:sp>
        <p:nvSpPr>
          <p:cNvPr id="1443" name="Rectangle 1442"/>
          <p:cNvSpPr/>
          <p:nvPr/>
        </p:nvSpPr>
        <p:spPr>
          <a:xfrm>
            <a:off x="9974297" y="1022032"/>
            <a:ext cx="335249" cy="221774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445" name="TextBox 1444"/>
          <p:cNvSpPr txBox="1"/>
          <p:nvPr/>
        </p:nvSpPr>
        <p:spPr>
          <a:xfrm>
            <a:off x="996829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1件</a:t>
            </a:r>
          </a:p>
        </p:txBody>
      </p:sp>
      <p:sp>
        <p:nvSpPr>
          <p:cNvPr id="1446" name="Rectangle 1445"/>
          <p:cNvSpPr/>
          <p:nvPr/>
        </p:nvSpPr>
        <p:spPr>
          <a:xfrm>
            <a:off x="10321546" y="1022032"/>
            <a:ext cx="335249" cy="221774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1.0M</a:t>
            </a:r>
          </a:p>
        </p:txBody>
      </p:sp>
      <p:sp>
        <p:nvSpPr>
          <p:cNvPr id="1448" name="TextBox 1447"/>
          <p:cNvSpPr txBox="1"/>
          <p:nvPr/>
        </p:nvSpPr>
        <p:spPr>
          <a:xfrm>
            <a:off x="1031554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449" name="Rectangle 1448"/>
          <p:cNvSpPr/>
          <p:nvPr/>
        </p:nvSpPr>
        <p:spPr>
          <a:xfrm>
            <a:off x="10668795" y="1022032"/>
            <a:ext cx="335249" cy="221774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2.2M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1066279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452" name="Rectangle 1451"/>
          <p:cNvSpPr/>
          <p:nvPr/>
        </p:nvSpPr>
        <p:spPr>
          <a:xfrm>
            <a:off x="11016044" y="1022032"/>
            <a:ext cx="335249" cy="221774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1.7M</a:t>
            </a:r>
          </a:p>
        </p:txBody>
      </p:sp>
      <p:sp>
        <p:nvSpPr>
          <p:cNvPr id="1454" name="TextBox 1453"/>
          <p:cNvSpPr txBox="1"/>
          <p:nvPr/>
        </p:nvSpPr>
        <p:spPr>
          <a:xfrm>
            <a:off x="1101004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455" name="Rectangle 1454"/>
          <p:cNvSpPr/>
          <p:nvPr/>
        </p:nvSpPr>
        <p:spPr>
          <a:xfrm>
            <a:off x="11363293" y="1022032"/>
            <a:ext cx="335249" cy="221774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457" name="TextBox 1456"/>
          <p:cNvSpPr txBox="1"/>
          <p:nvPr/>
        </p:nvSpPr>
        <p:spPr>
          <a:xfrm>
            <a:off x="1135729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458" name="Rectangle 1457"/>
          <p:cNvSpPr/>
          <p:nvPr/>
        </p:nvSpPr>
        <p:spPr>
          <a:xfrm>
            <a:off x="11710542" y="1022032"/>
            <a:ext cx="335249" cy="221774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TextBox 1458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1170454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461" name="TextBox 1460"/>
          <p:cNvSpPr txBox="1"/>
          <p:nvPr/>
        </p:nvSpPr>
        <p:spPr>
          <a:xfrm>
            <a:off x="6183056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462" name="Rectangle 1461"/>
          <p:cNvSpPr/>
          <p:nvPr/>
        </p:nvSpPr>
        <p:spPr>
          <a:xfrm>
            <a:off x="6849056" y="1255806"/>
            <a:ext cx="335249" cy="221774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TextBox 1462"/>
          <p:cNvSpPr txBox="1"/>
          <p:nvPr/>
        </p:nvSpPr>
        <p:spPr>
          <a:xfrm>
            <a:off x="684305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464" name="TextBox 1463"/>
          <p:cNvSpPr txBox="1"/>
          <p:nvPr/>
        </p:nvSpPr>
        <p:spPr>
          <a:xfrm>
            <a:off x="684305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65" name="Rectangle 1464"/>
          <p:cNvSpPr/>
          <p:nvPr/>
        </p:nvSpPr>
        <p:spPr>
          <a:xfrm>
            <a:off x="7196305" y="1255806"/>
            <a:ext cx="335249" cy="221774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TextBox 1465"/>
          <p:cNvSpPr txBox="1"/>
          <p:nvPr/>
        </p:nvSpPr>
        <p:spPr>
          <a:xfrm>
            <a:off x="719030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67" name="TextBox 1466"/>
          <p:cNvSpPr txBox="1"/>
          <p:nvPr/>
        </p:nvSpPr>
        <p:spPr>
          <a:xfrm>
            <a:off x="719030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468" name="Rectangle 1467"/>
          <p:cNvSpPr/>
          <p:nvPr/>
        </p:nvSpPr>
        <p:spPr>
          <a:xfrm>
            <a:off x="7543554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TextBox 1468"/>
          <p:cNvSpPr txBox="1"/>
          <p:nvPr/>
        </p:nvSpPr>
        <p:spPr>
          <a:xfrm>
            <a:off x="7537554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1.4M</a:t>
            </a:r>
          </a:p>
        </p:txBody>
      </p:sp>
      <p:sp>
        <p:nvSpPr>
          <p:cNvPr id="1470" name="TextBox 1469"/>
          <p:cNvSpPr txBox="1"/>
          <p:nvPr/>
        </p:nvSpPr>
        <p:spPr>
          <a:xfrm>
            <a:off x="7537554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71" name="Rectangle 1470"/>
          <p:cNvSpPr/>
          <p:nvPr/>
        </p:nvSpPr>
        <p:spPr>
          <a:xfrm>
            <a:off x="7890803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TextBox 1471"/>
          <p:cNvSpPr txBox="1"/>
          <p:nvPr/>
        </p:nvSpPr>
        <p:spPr>
          <a:xfrm>
            <a:off x="7884803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73" name="TextBox 1472"/>
          <p:cNvSpPr txBox="1"/>
          <p:nvPr/>
        </p:nvSpPr>
        <p:spPr>
          <a:xfrm>
            <a:off x="7884803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474" name="Rectangle 1473"/>
          <p:cNvSpPr/>
          <p:nvPr/>
        </p:nvSpPr>
        <p:spPr>
          <a:xfrm>
            <a:off x="8238052" y="1255806"/>
            <a:ext cx="335249" cy="221774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TextBox 1474"/>
          <p:cNvSpPr txBox="1"/>
          <p:nvPr/>
        </p:nvSpPr>
        <p:spPr>
          <a:xfrm>
            <a:off x="823205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476" name="TextBox 1475"/>
          <p:cNvSpPr txBox="1"/>
          <p:nvPr/>
        </p:nvSpPr>
        <p:spPr>
          <a:xfrm>
            <a:off x="823205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77" name="Rectangle 1476"/>
          <p:cNvSpPr/>
          <p:nvPr/>
        </p:nvSpPr>
        <p:spPr>
          <a:xfrm>
            <a:off x="8585301" y="1255806"/>
            <a:ext cx="335249" cy="221774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TextBox 1477"/>
          <p:cNvSpPr txBox="1"/>
          <p:nvPr/>
        </p:nvSpPr>
        <p:spPr>
          <a:xfrm>
            <a:off x="8579301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479" name="TextBox 1478"/>
          <p:cNvSpPr txBox="1"/>
          <p:nvPr/>
        </p:nvSpPr>
        <p:spPr>
          <a:xfrm>
            <a:off x="8579301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80" name="Rectangle 1479"/>
          <p:cNvSpPr/>
          <p:nvPr/>
        </p:nvSpPr>
        <p:spPr>
          <a:xfrm>
            <a:off x="8932550" y="1255806"/>
            <a:ext cx="335249" cy="221774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TextBox 1480"/>
          <p:cNvSpPr txBox="1"/>
          <p:nvPr/>
        </p:nvSpPr>
        <p:spPr>
          <a:xfrm>
            <a:off x="892655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482" name="TextBox 1481"/>
          <p:cNvSpPr txBox="1"/>
          <p:nvPr/>
        </p:nvSpPr>
        <p:spPr>
          <a:xfrm>
            <a:off x="892655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483" name="Rectangle 1482"/>
          <p:cNvSpPr/>
          <p:nvPr/>
        </p:nvSpPr>
        <p:spPr>
          <a:xfrm>
            <a:off x="9279799" y="1255806"/>
            <a:ext cx="335249" cy="221774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TextBox 1483"/>
          <p:cNvSpPr txBox="1"/>
          <p:nvPr/>
        </p:nvSpPr>
        <p:spPr>
          <a:xfrm>
            <a:off x="927379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485" name="TextBox 1484"/>
          <p:cNvSpPr txBox="1"/>
          <p:nvPr/>
        </p:nvSpPr>
        <p:spPr>
          <a:xfrm>
            <a:off x="927379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86" name="Rectangle 1485"/>
          <p:cNvSpPr/>
          <p:nvPr/>
        </p:nvSpPr>
        <p:spPr>
          <a:xfrm>
            <a:off x="9627048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TextBox 1486"/>
          <p:cNvSpPr txBox="1"/>
          <p:nvPr/>
        </p:nvSpPr>
        <p:spPr>
          <a:xfrm>
            <a:off x="962104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488" name="TextBox 1487"/>
          <p:cNvSpPr txBox="1"/>
          <p:nvPr/>
        </p:nvSpPr>
        <p:spPr>
          <a:xfrm>
            <a:off x="962104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89" name="Rectangle 1488"/>
          <p:cNvSpPr/>
          <p:nvPr/>
        </p:nvSpPr>
        <p:spPr>
          <a:xfrm>
            <a:off x="9974297" y="1255806"/>
            <a:ext cx="335249" cy="221774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TextBox 1489"/>
          <p:cNvSpPr txBox="1"/>
          <p:nvPr/>
        </p:nvSpPr>
        <p:spPr>
          <a:xfrm>
            <a:off x="996829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491" name="TextBox 1490"/>
          <p:cNvSpPr txBox="1"/>
          <p:nvPr/>
        </p:nvSpPr>
        <p:spPr>
          <a:xfrm>
            <a:off x="996829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92" name="Rectangle 1491"/>
          <p:cNvSpPr/>
          <p:nvPr/>
        </p:nvSpPr>
        <p:spPr>
          <a:xfrm>
            <a:off x="10321546" y="1255806"/>
            <a:ext cx="335249" cy="221774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TextBox 1492"/>
          <p:cNvSpPr txBox="1"/>
          <p:nvPr/>
        </p:nvSpPr>
        <p:spPr>
          <a:xfrm>
            <a:off x="1031554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494" name="TextBox 1493"/>
          <p:cNvSpPr txBox="1"/>
          <p:nvPr/>
        </p:nvSpPr>
        <p:spPr>
          <a:xfrm>
            <a:off x="1031554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95" name="Rectangle 1494"/>
          <p:cNvSpPr/>
          <p:nvPr/>
        </p:nvSpPr>
        <p:spPr>
          <a:xfrm>
            <a:off x="10668795" y="1255806"/>
            <a:ext cx="335249" cy="221774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TextBox 1495"/>
          <p:cNvSpPr txBox="1"/>
          <p:nvPr/>
        </p:nvSpPr>
        <p:spPr>
          <a:xfrm>
            <a:off x="1066279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497" name="TextBox 1496"/>
          <p:cNvSpPr txBox="1"/>
          <p:nvPr/>
        </p:nvSpPr>
        <p:spPr>
          <a:xfrm>
            <a:off x="1066279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498" name="Rectangle 1497"/>
          <p:cNvSpPr/>
          <p:nvPr/>
        </p:nvSpPr>
        <p:spPr>
          <a:xfrm>
            <a:off x="11710542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TextBox 1498"/>
          <p:cNvSpPr txBox="1"/>
          <p:nvPr/>
        </p:nvSpPr>
        <p:spPr>
          <a:xfrm>
            <a:off x="1170454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500" name="TextBox 1499"/>
          <p:cNvSpPr txBox="1"/>
          <p:nvPr/>
        </p:nvSpPr>
        <p:spPr>
          <a:xfrm>
            <a:off x="1170454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501" name="TextBox 1500"/>
          <p:cNvSpPr txBox="1"/>
          <p:nvPr/>
        </p:nvSpPr>
        <p:spPr>
          <a:xfrm>
            <a:off x="6183056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502" name="Rectangle 1501"/>
          <p:cNvSpPr/>
          <p:nvPr/>
        </p:nvSpPr>
        <p:spPr>
          <a:xfrm>
            <a:off x="6849056" y="1489580"/>
            <a:ext cx="335249" cy="221774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TextBox 1502"/>
          <p:cNvSpPr txBox="1"/>
          <p:nvPr/>
        </p:nvSpPr>
        <p:spPr>
          <a:xfrm>
            <a:off x="684305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0.2M</a:t>
            </a:r>
          </a:p>
        </p:txBody>
      </p:sp>
      <p:sp>
        <p:nvSpPr>
          <p:cNvPr id="1504" name="TextBox 1503"/>
          <p:cNvSpPr txBox="1"/>
          <p:nvPr/>
        </p:nvSpPr>
        <p:spPr>
          <a:xfrm>
            <a:off x="684305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505" name="Rectangle 1504"/>
          <p:cNvSpPr/>
          <p:nvPr/>
        </p:nvSpPr>
        <p:spPr>
          <a:xfrm>
            <a:off x="7196305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TextBox 1505"/>
          <p:cNvSpPr txBox="1"/>
          <p:nvPr/>
        </p:nvSpPr>
        <p:spPr>
          <a:xfrm>
            <a:off x="719030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07" name="TextBox 1506"/>
          <p:cNvSpPr txBox="1"/>
          <p:nvPr/>
        </p:nvSpPr>
        <p:spPr>
          <a:xfrm>
            <a:off x="719030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08" name="Rectangle 1507"/>
          <p:cNvSpPr/>
          <p:nvPr/>
        </p:nvSpPr>
        <p:spPr>
          <a:xfrm>
            <a:off x="7543554" y="1489580"/>
            <a:ext cx="335249" cy="221774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TextBox 1508"/>
          <p:cNvSpPr txBox="1"/>
          <p:nvPr/>
        </p:nvSpPr>
        <p:spPr>
          <a:xfrm>
            <a:off x="753755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1.9M</a:t>
            </a:r>
          </a:p>
        </p:txBody>
      </p:sp>
      <p:sp>
        <p:nvSpPr>
          <p:cNvPr id="1510" name="TextBox 1509"/>
          <p:cNvSpPr txBox="1"/>
          <p:nvPr/>
        </p:nvSpPr>
        <p:spPr>
          <a:xfrm>
            <a:off x="753755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11" name="Rectangle 1510"/>
          <p:cNvSpPr/>
          <p:nvPr/>
        </p:nvSpPr>
        <p:spPr>
          <a:xfrm>
            <a:off x="7890803" y="1489580"/>
            <a:ext cx="335249" cy="221774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TextBox 1511"/>
          <p:cNvSpPr txBox="1"/>
          <p:nvPr/>
        </p:nvSpPr>
        <p:spPr>
          <a:xfrm>
            <a:off x="788480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0.5M</a:t>
            </a:r>
          </a:p>
        </p:txBody>
      </p:sp>
      <p:sp>
        <p:nvSpPr>
          <p:cNvPr id="1513" name="TextBox 1512"/>
          <p:cNvSpPr txBox="1"/>
          <p:nvPr/>
        </p:nvSpPr>
        <p:spPr>
          <a:xfrm>
            <a:off x="788480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514" name="Rectangle 1513"/>
          <p:cNvSpPr/>
          <p:nvPr/>
        </p:nvSpPr>
        <p:spPr>
          <a:xfrm>
            <a:off x="8238052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TextBox 1514"/>
          <p:cNvSpPr txBox="1"/>
          <p:nvPr/>
        </p:nvSpPr>
        <p:spPr>
          <a:xfrm>
            <a:off x="823205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16" name="TextBox 1515"/>
          <p:cNvSpPr txBox="1"/>
          <p:nvPr/>
        </p:nvSpPr>
        <p:spPr>
          <a:xfrm>
            <a:off x="823205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17" name="Rectangle 1516"/>
          <p:cNvSpPr/>
          <p:nvPr/>
        </p:nvSpPr>
        <p:spPr>
          <a:xfrm>
            <a:off x="8585301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857930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519" name="TextBox 1518"/>
          <p:cNvSpPr txBox="1"/>
          <p:nvPr/>
        </p:nvSpPr>
        <p:spPr>
          <a:xfrm>
            <a:off x="857930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520" name="Rectangle 1519"/>
          <p:cNvSpPr/>
          <p:nvPr/>
        </p:nvSpPr>
        <p:spPr>
          <a:xfrm>
            <a:off x="8932550" y="1489580"/>
            <a:ext cx="335249" cy="221774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TextBox 1520"/>
          <p:cNvSpPr txBox="1"/>
          <p:nvPr/>
        </p:nvSpPr>
        <p:spPr>
          <a:xfrm>
            <a:off x="892655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522" name="TextBox 1521"/>
          <p:cNvSpPr txBox="1"/>
          <p:nvPr/>
        </p:nvSpPr>
        <p:spPr>
          <a:xfrm>
            <a:off x="892655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523" name="Rectangle 1522"/>
          <p:cNvSpPr/>
          <p:nvPr/>
        </p:nvSpPr>
        <p:spPr>
          <a:xfrm>
            <a:off x="9279799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TextBox 1523"/>
          <p:cNvSpPr txBox="1"/>
          <p:nvPr/>
        </p:nvSpPr>
        <p:spPr>
          <a:xfrm>
            <a:off x="927379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25" name="TextBox 1524"/>
          <p:cNvSpPr txBox="1"/>
          <p:nvPr/>
        </p:nvSpPr>
        <p:spPr>
          <a:xfrm>
            <a:off x="927379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526" name="Rectangle 1525"/>
          <p:cNvSpPr/>
          <p:nvPr/>
        </p:nvSpPr>
        <p:spPr>
          <a:xfrm>
            <a:off x="9627048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TextBox 1526"/>
          <p:cNvSpPr txBox="1"/>
          <p:nvPr/>
        </p:nvSpPr>
        <p:spPr>
          <a:xfrm>
            <a:off x="962104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528" name="TextBox 1527"/>
          <p:cNvSpPr txBox="1"/>
          <p:nvPr/>
        </p:nvSpPr>
        <p:spPr>
          <a:xfrm>
            <a:off x="962104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529" name="Rectangle 1528"/>
          <p:cNvSpPr/>
          <p:nvPr/>
        </p:nvSpPr>
        <p:spPr>
          <a:xfrm>
            <a:off x="9974297" y="1489580"/>
            <a:ext cx="335249" cy="221774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TextBox 1529"/>
          <p:cNvSpPr txBox="1"/>
          <p:nvPr/>
        </p:nvSpPr>
        <p:spPr>
          <a:xfrm>
            <a:off x="996829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531" name="TextBox 1530"/>
          <p:cNvSpPr txBox="1"/>
          <p:nvPr/>
        </p:nvSpPr>
        <p:spPr>
          <a:xfrm>
            <a:off x="996829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532" name="Rectangle 1531"/>
          <p:cNvSpPr/>
          <p:nvPr/>
        </p:nvSpPr>
        <p:spPr>
          <a:xfrm>
            <a:off x="10321546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TextBox 1532"/>
          <p:cNvSpPr txBox="1"/>
          <p:nvPr/>
        </p:nvSpPr>
        <p:spPr>
          <a:xfrm>
            <a:off x="1031554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34" name="TextBox 1533"/>
          <p:cNvSpPr txBox="1"/>
          <p:nvPr/>
        </p:nvSpPr>
        <p:spPr>
          <a:xfrm>
            <a:off x="1031554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535" name="Rectangle 1534"/>
          <p:cNvSpPr/>
          <p:nvPr/>
        </p:nvSpPr>
        <p:spPr>
          <a:xfrm>
            <a:off x="10668795" y="1489580"/>
            <a:ext cx="335249" cy="221774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TextBox 1535"/>
          <p:cNvSpPr txBox="1"/>
          <p:nvPr/>
        </p:nvSpPr>
        <p:spPr>
          <a:xfrm>
            <a:off x="1066279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3.2M</a:t>
            </a:r>
          </a:p>
        </p:txBody>
      </p:sp>
      <p:sp>
        <p:nvSpPr>
          <p:cNvPr id="1537" name="TextBox 1536"/>
          <p:cNvSpPr txBox="1"/>
          <p:nvPr/>
        </p:nvSpPr>
        <p:spPr>
          <a:xfrm>
            <a:off x="1066279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538" name="Rectangle 1537"/>
          <p:cNvSpPr/>
          <p:nvPr/>
        </p:nvSpPr>
        <p:spPr>
          <a:xfrm>
            <a:off x="11016044" y="1489580"/>
            <a:ext cx="335249" cy="221774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TextBox 1538"/>
          <p:cNvSpPr txBox="1"/>
          <p:nvPr/>
        </p:nvSpPr>
        <p:spPr>
          <a:xfrm>
            <a:off x="1101004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3.1M</a:t>
            </a:r>
          </a:p>
        </p:txBody>
      </p:sp>
      <p:sp>
        <p:nvSpPr>
          <p:cNvPr id="1540" name="TextBox 1539"/>
          <p:cNvSpPr txBox="1"/>
          <p:nvPr/>
        </p:nvSpPr>
        <p:spPr>
          <a:xfrm>
            <a:off x="1101004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541" name="Rectangle 1540"/>
          <p:cNvSpPr/>
          <p:nvPr/>
        </p:nvSpPr>
        <p:spPr>
          <a:xfrm>
            <a:off x="11363293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TextBox 1541"/>
          <p:cNvSpPr txBox="1"/>
          <p:nvPr/>
        </p:nvSpPr>
        <p:spPr>
          <a:xfrm>
            <a:off x="1135729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543" name="TextBox 1542"/>
          <p:cNvSpPr txBox="1"/>
          <p:nvPr/>
        </p:nvSpPr>
        <p:spPr>
          <a:xfrm>
            <a:off x="1135729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544" name="Rectangle 1543"/>
          <p:cNvSpPr/>
          <p:nvPr/>
        </p:nvSpPr>
        <p:spPr>
          <a:xfrm>
            <a:off x="11710542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TextBox 1544"/>
          <p:cNvSpPr txBox="1"/>
          <p:nvPr/>
        </p:nvSpPr>
        <p:spPr>
          <a:xfrm>
            <a:off x="1170454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46" name="TextBox 1545"/>
          <p:cNvSpPr txBox="1"/>
          <p:nvPr/>
        </p:nvSpPr>
        <p:spPr>
          <a:xfrm>
            <a:off x="1170454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547" name="TextBox 1546"/>
          <p:cNvSpPr txBox="1"/>
          <p:nvPr/>
        </p:nvSpPr>
        <p:spPr>
          <a:xfrm>
            <a:off x="6183056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548" name="Rectangle 1547"/>
          <p:cNvSpPr/>
          <p:nvPr/>
        </p:nvSpPr>
        <p:spPr>
          <a:xfrm>
            <a:off x="6849056" y="1723354"/>
            <a:ext cx="335249" cy="221774"/>
          </a:xfrm>
          <a:prstGeom prst="rect">
            <a:avLst/>
          </a:prstGeom>
          <a:solidFill>
            <a:srgbClr val="E67E22">
              <a:alpha val="276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TextBox 1548"/>
          <p:cNvSpPr txBox="1"/>
          <p:nvPr/>
        </p:nvSpPr>
        <p:spPr>
          <a:xfrm>
            <a:off x="684305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0.4M</a:t>
            </a:r>
          </a:p>
        </p:txBody>
      </p:sp>
      <p:sp>
        <p:nvSpPr>
          <p:cNvPr id="1550" name="TextBox 1549"/>
          <p:cNvSpPr txBox="1"/>
          <p:nvPr/>
        </p:nvSpPr>
        <p:spPr>
          <a:xfrm>
            <a:off x="684305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2件</a:t>
            </a:r>
          </a:p>
        </p:txBody>
      </p:sp>
      <p:sp>
        <p:nvSpPr>
          <p:cNvPr id="1551" name="Rectangle 1550"/>
          <p:cNvSpPr/>
          <p:nvPr/>
        </p:nvSpPr>
        <p:spPr>
          <a:xfrm>
            <a:off x="7196305" y="1723354"/>
            <a:ext cx="335249" cy="221774"/>
          </a:xfrm>
          <a:prstGeom prst="rect">
            <a:avLst/>
          </a:prstGeom>
          <a:solidFill>
            <a:srgbClr val="E67E22">
              <a:alpha val="4127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TextBox 1551"/>
          <p:cNvSpPr txBox="1"/>
          <p:nvPr/>
        </p:nvSpPr>
        <p:spPr>
          <a:xfrm>
            <a:off x="719030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553" name="TextBox 1552"/>
          <p:cNvSpPr txBox="1"/>
          <p:nvPr/>
        </p:nvSpPr>
        <p:spPr>
          <a:xfrm>
            <a:off x="719030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554" name="Rectangle 1553"/>
          <p:cNvSpPr/>
          <p:nvPr/>
        </p:nvSpPr>
        <p:spPr>
          <a:xfrm>
            <a:off x="7543554" y="1723354"/>
            <a:ext cx="335249" cy="221774"/>
          </a:xfrm>
          <a:prstGeom prst="rect">
            <a:avLst/>
          </a:prstGeom>
          <a:solidFill>
            <a:srgbClr val="E67E22">
              <a:alpha val="389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TextBox 1554"/>
          <p:cNvSpPr txBox="1"/>
          <p:nvPr/>
        </p:nvSpPr>
        <p:spPr>
          <a:xfrm>
            <a:off x="753755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2.0M</a:t>
            </a:r>
          </a:p>
        </p:txBody>
      </p:sp>
      <p:sp>
        <p:nvSpPr>
          <p:cNvPr id="1556" name="TextBox 1555"/>
          <p:cNvSpPr txBox="1"/>
          <p:nvPr/>
        </p:nvSpPr>
        <p:spPr>
          <a:xfrm>
            <a:off x="753755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557" name="Rectangle 1556"/>
          <p:cNvSpPr/>
          <p:nvPr/>
        </p:nvSpPr>
        <p:spPr>
          <a:xfrm>
            <a:off x="7890803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TextBox 1557"/>
          <p:cNvSpPr txBox="1"/>
          <p:nvPr/>
        </p:nvSpPr>
        <p:spPr>
          <a:xfrm>
            <a:off x="788480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10.8M</a:t>
            </a:r>
          </a:p>
        </p:txBody>
      </p:sp>
      <p:sp>
        <p:nvSpPr>
          <p:cNvPr id="1559" name="TextBox 1558"/>
          <p:cNvSpPr txBox="1"/>
          <p:nvPr/>
        </p:nvSpPr>
        <p:spPr>
          <a:xfrm>
            <a:off x="788480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560" name="Rectangle 1559"/>
          <p:cNvSpPr/>
          <p:nvPr/>
        </p:nvSpPr>
        <p:spPr>
          <a:xfrm>
            <a:off x="8238052" y="1723354"/>
            <a:ext cx="335249" cy="221774"/>
          </a:xfrm>
          <a:prstGeom prst="rect">
            <a:avLst/>
          </a:prstGeom>
          <a:solidFill>
            <a:srgbClr val="E67E22">
              <a:alpha val="375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TextBox 1560"/>
          <p:cNvSpPr txBox="1"/>
          <p:nvPr/>
        </p:nvSpPr>
        <p:spPr>
          <a:xfrm>
            <a:off x="823205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1.8M</a:t>
            </a:r>
          </a:p>
        </p:txBody>
      </p:sp>
      <p:sp>
        <p:nvSpPr>
          <p:cNvPr id="1562" name="TextBox 1561"/>
          <p:cNvSpPr txBox="1"/>
          <p:nvPr/>
        </p:nvSpPr>
        <p:spPr>
          <a:xfrm>
            <a:off x="823205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563" name="Rectangle 1562"/>
          <p:cNvSpPr/>
          <p:nvPr/>
        </p:nvSpPr>
        <p:spPr>
          <a:xfrm>
            <a:off x="8585301" y="1723354"/>
            <a:ext cx="335249" cy="221774"/>
          </a:xfrm>
          <a:prstGeom prst="rect">
            <a:avLst/>
          </a:prstGeom>
          <a:solidFill>
            <a:srgbClr val="E67E22">
              <a:alpha val="631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TextBox 1563"/>
          <p:cNvSpPr txBox="1"/>
          <p:nvPr/>
        </p:nvSpPr>
        <p:spPr>
          <a:xfrm>
            <a:off x="857930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565" name="TextBox 1564"/>
          <p:cNvSpPr txBox="1"/>
          <p:nvPr/>
        </p:nvSpPr>
        <p:spPr>
          <a:xfrm>
            <a:off x="857930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566" name="Rectangle 1565"/>
          <p:cNvSpPr/>
          <p:nvPr/>
        </p:nvSpPr>
        <p:spPr>
          <a:xfrm>
            <a:off x="8932550" y="1723354"/>
            <a:ext cx="335249" cy="221774"/>
          </a:xfrm>
          <a:prstGeom prst="rect">
            <a:avLst/>
          </a:prstGeom>
          <a:solidFill>
            <a:srgbClr val="E67E22">
              <a:alpha val="455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TextBox 1566"/>
          <p:cNvSpPr txBox="1"/>
          <p:nvPr/>
        </p:nvSpPr>
        <p:spPr>
          <a:xfrm>
            <a:off x="892655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568" name="TextBox 1567"/>
          <p:cNvSpPr txBox="1"/>
          <p:nvPr/>
        </p:nvSpPr>
        <p:spPr>
          <a:xfrm>
            <a:off x="892655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569" name="Rectangle 1568"/>
          <p:cNvSpPr/>
          <p:nvPr/>
        </p:nvSpPr>
        <p:spPr>
          <a:xfrm>
            <a:off x="9279799" y="1723354"/>
            <a:ext cx="335249" cy="221774"/>
          </a:xfrm>
          <a:prstGeom prst="rect">
            <a:avLst/>
          </a:prstGeom>
          <a:solidFill>
            <a:srgbClr val="E67E22">
              <a:alpha val="711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TextBox 1569"/>
          <p:cNvSpPr txBox="1"/>
          <p:nvPr/>
        </p:nvSpPr>
        <p:spPr>
          <a:xfrm>
            <a:off x="927379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6.7M</a:t>
            </a:r>
          </a:p>
        </p:txBody>
      </p:sp>
      <p:sp>
        <p:nvSpPr>
          <p:cNvPr id="1571" name="TextBox 1570"/>
          <p:cNvSpPr txBox="1"/>
          <p:nvPr/>
        </p:nvSpPr>
        <p:spPr>
          <a:xfrm>
            <a:off x="927379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572" name="Rectangle 1571"/>
          <p:cNvSpPr/>
          <p:nvPr/>
        </p:nvSpPr>
        <p:spPr>
          <a:xfrm>
            <a:off x="9627048" y="1723354"/>
            <a:ext cx="335249" cy="221774"/>
          </a:xfrm>
          <a:prstGeom prst="rect">
            <a:avLst/>
          </a:prstGeom>
          <a:solidFill>
            <a:srgbClr val="E67E22">
              <a:alpha val="529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TextBox 1572"/>
          <p:cNvSpPr txBox="1"/>
          <p:nvPr/>
        </p:nvSpPr>
        <p:spPr>
          <a:xfrm>
            <a:off x="962104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4.0M</a:t>
            </a:r>
          </a:p>
        </p:txBody>
      </p:sp>
      <p:sp>
        <p:nvSpPr>
          <p:cNvPr id="1574" name="TextBox 1573"/>
          <p:cNvSpPr txBox="1"/>
          <p:nvPr/>
        </p:nvSpPr>
        <p:spPr>
          <a:xfrm>
            <a:off x="962104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575" name="Rectangle 1574"/>
          <p:cNvSpPr/>
          <p:nvPr/>
        </p:nvSpPr>
        <p:spPr>
          <a:xfrm>
            <a:off x="9974297" y="1723354"/>
            <a:ext cx="335249" cy="221774"/>
          </a:xfrm>
          <a:prstGeom prst="rect">
            <a:avLst/>
          </a:prstGeom>
          <a:solidFill>
            <a:srgbClr val="E67E22">
              <a:alpha val="379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TextBox 1575"/>
          <p:cNvSpPr txBox="1"/>
          <p:nvPr/>
        </p:nvSpPr>
        <p:spPr>
          <a:xfrm>
            <a:off x="996829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1.9M</a:t>
            </a:r>
          </a:p>
        </p:txBody>
      </p:sp>
      <p:sp>
        <p:nvSpPr>
          <p:cNvPr id="1577" name="TextBox 1576"/>
          <p:cNvSpPr txBox="1"/>
          <p:nvPr/>
        </p:nvSpPr>
        <p:spPr>
          <a:xfrm>
            <a:off x="996829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578" name="Rectangle 1577"/>
          <p:cNvSpPr/>
          <p:nvPr/>
        </p:nvSpPr>
        <p:spPr>
          <a:xfrm>
            <a:off x="10321546" y="1723354"/>
            <a:ext cx="335249" cy="221774"/>
          </a:xfrm>
          <a:prstGeom prst="rect">
            <a:avLst/>
          </a:prstGeom>
          <a:solidFill>
            <a:srgbClr val="E67E22">
              <a:alpha val="808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TextBox 1578"/>
          <p:cNvSpPr txBox="1"/>
          <p:nvPr/>
        </p:nvSpPr>
        <p:spPr>
          <a:xfrm>
            <a:off x="1031554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8.1M</a:t>
            </a:r>
          </a:p>
        </p:txBody>
      </p:sp>
      <p:sp>
        <p:nvSpPr>
          <p:cNvPr id="1580" name="TextBox 1579"/>
          <p:cNvSpPr txBox="1"/>
          <p:nvPr/>
        </p:nvSpPr>
        <p:spPr>
          <a:xfrm>
            <a:off x="1031554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81" name="Rectangle 1580"/>
          <p:cNvSpPr/>
          <p:nvPr/>
        </p:nvSpPr>
        <p:spPr>
          <a:xfrm>
            <a:off x="10668795" y="1723354"/>
            <a:ext cx="335249" cy="221774"/>
          </a:xfrm>
          <a:prstGeom prst="rect">
            <a:avLst/>
          </a:prstGeom>
          <a:solidFill>
            <a:srgbClr val="E67E22">
              <a:alpha val="705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TextBox 1581"/>
          <p:cNvSpPr txBox="1"/>
          <p:nvPr/>
        </p:nvSpPr>
        <p:spPr>
          <a:xfrm>
            <a:off x="1066279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583" name="TextBox 1582"/>
          <p:cNvSpPr txBox="1"/>
          <p:nvPr/>
        </p:nvSpPr>
        <p:spPr>
          <a:xfrm>
            <a:off x="1066279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584" name="Rectangle 1583"/>
          <p:cNvSpPr/>
          <p:nvPr/>
        </p:nvSpPr>
        <p:spPr>
          <a:xfrm>
            <a:off x="11016044" y="1723354"/>
            <a:ext cx="335249" cy="221774"/>
          </a:xfrm>
          <a:prstGeom prst="rect">
            <a:avLst/>
          </a:prstGeom>
          <a:solidFill>
            <a:srgbClr val="E67E22">
              <a:alpha val="5404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TextBox 1584"/>
          <p:cNvSpPr txBox="1"/>
          <p:nvPr/>
        </p:nvSpPr>
        <p:spPr>
          <a:xfrm>
            <a:off x="1101004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586" name="TextBox 1585"/>
          <p:cNvSpPr txBox="1"/>
          <p:nvPr/>
        </p:nvSpPr>
        <p:spPr>
          <a:xfrm>
            <a:off x="1101004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587" name="Rectangle 1586"/>
          <p:cNvSpPr/>
          <p:nvPr/>
        </p:nvSpPr>
        <p:spPr>
          <a:xfrm>
            <a:off x="11363293" y="1723354"/>
            <a:ext cx="335249" cy="221774"/>
          </a:xfrm>
          <a:prstGeom prst="rect">
            <a:avLst/>
          </a:prstGeom>
          <a:solidFill>
            <a:srgbClr val="E67E22">
              <a:alpha val="327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TextBox 1587"/>
          <p:cNvSpPr txBox="1"/>
          <p:nvPr/>
        </p:nvSpPr>
        <p:spPr>
          <a:xfrm>
            <a:off x="1135729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589" name="TextBox 1588"/>
          <p:cNvSpPr txBox="1"/>
          <p:nvPr/>
        </p:nvSpPr>
        <p:spPr>
          <a:xfrm>
            <a:off x="1135729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590" name="Rectangle 1589"/>
          <p:cNvSpPr/>
          <p:nvPr/>
        </p:nvSpPr>
        <p:spPr>
          <a:xfrm>
            <a:off x="11710542" y="1723354"/>
            <a:ext cx="335249" cy="221774"/>
          </a:xfrm>
          <a:prstGeom prst="rect">
            <a:avLst/>
          </a:prstGeom>
          <a:solidFill>
            <a:srgbClr val="E67E22">
              <a:alpha val="3552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TextBox 1590"/>
          <p:cNvSpPr txBox="1"/>
          <p:nvPr/>
        </p:nvSpPr>
        <p:spPr>
          <a:xfrm>
            <a:off x="1170454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1.5M</a:t>
            </a:r>
          </a:p>
        </p:txBody>
      </p:sp>
      <p:sp>
        <p:nvSpPr>
          <p:cNvPr id="1592" name="TextBox 1591"/>
          <p:cNvSpPr txBox="1"/>
          <p:nvPr/>
        </p:nvSpPr>
        <p:spPr>
          <a:xfrm>
            <a:off x="1170454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593" name="TextBox 1592"/>
          <p:cNvSpPr txBox="1"/>
          <p:nvPr/>
        </p:nvSpPr>
        <p:spPr>
          <a:xfrm>
            <a:off x="6183056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594" name="Rectangle 1593"/>
          <p:cNvSpPr/>
          <p:nvPr/>
        </p:nvSpPr>
        <p:spPr>
          <a:xfrm>
            <a:off x="6849056" y="1957128"/>
            <a:ext cx="335249" cy="221774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TextBox 1594"/>
          <p:cNvSpPr txBox="1"/>
          <p:nvPr/>
        </p:nvSpPr>
        <p:spPr>
          <a:xfrm>
            <a:off x="684305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596" name="TextBox 1595"/>
          <p:cNvSpPr txBox="1"/>
          <p:nvPr/>
        </p:nvSpPr>
        <p:spPr>
          <a:xfrm>
            <a:off x="684305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597" name="Rectangle 1596"/>
          <p:cNvSpPr/>
          <p:nvPr/>
        </p:nvSpPr>
        <p:spPr>
          <a:xfrm>
            <a:off x="7196305" y="1957128"/>
            <a:ext cx="335249" cy="221774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TextBox 1597"/>
          <p:cNvSpPr txBox="1"/>
          <p:nvPr/>
        </p:nvSpPr>
        <p:spPr>
          <a:xfrm>
            <a:off x="719030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2.8M</a:t>
            </a:r>
          </a:p>
        </p:txBody>
      </p:sp>
      <p:sp>
        <p:nvSpPr>
          <p:cNvPr id="1599" name="TextBox 1598"/>
          <p:cNvSpPr txBox="1"/>
          <p:nvPr/>
        </p:nvSpPr>
        <p:spPr>
          <a:xfrm>
            <a:off x="719030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600" name="Rectangle 1599"/>
          <p:cNvSpPr/>
          <p:nvPr/>
        </p:nvSpPr>
        <p:spPr>
          <a:xfrm>
            <a:off x="7543554" y="1957128"/>
            <a:ext cx="335249" cy="221774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TextBox 1600"/>
          <p:cNvSpPr txBox="1"/>
          <p:nvPr/>
        </p:nvSpPr>
        <p:spPr>
          <a:xfrm>
            <a:off x="753755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5.8M</a:t>
            </a:r>
          </a:p>
        </p:txBody>
      </p:sp>
      <p:sp>
        <p:nvSpPr>
          <p:cNvPr id="1602" name="TextBox 1601"/>
          <p:cNvSpPr txBox="1"/>
          <p:nvPr/>
        </p:nvSpPr>
        <p:spPr>
          <a:xfrm>
            <a:off x="753755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603" name="Rectangle 1602"/>
          <p:cNvSpPr/>
          <p:nvPr/>
        </p:nvSpPr>
        <p:spPr>
          <a:xfrm>
            <a:off x="7890803" y="1957128"/>
            <a:ext cx="335249" cy="221774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TextBox 1603"/>
          <p:cNvSpPr txBox="1"/>
          <p:nvPr/>
        </p:nvSpPr>
        <p:spPr>
          <a:xfrm>
            <a:off x="788480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605" name="TextBox 1604"/>
          <p:cNvSpPr txBox="1"/>
          <p:nvPr/>
        </p:nvSpPr>
        <p:spPr>
          <a:xfrm>
            <a:off x="788480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606" name="Rectangle 1605"/>
          <p:cNvSpPr/>
          <p:nvPr/>
        </p:nvSpPr>
        <p:spPr>
          <a:xfrm>
            <a:off x="8238052" y="1957128"/>
            <a:ext cx="335249" cy="221774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TextBox 1606"/>
          <p:cNvSpPr txBox="1"/>
          <p:nvPr/>
        </p:nvSpPr>
        <p:spPr>
          <a:xfrm>
            <a:off x="823205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4.2M</a:t>
            </a:r>
          </a:p>
        </p:txBody>
      </p:sp>
      <p:sp>
        <p:nvSpPr>
          <p:cNvPr id="1608" name="TextBox 1607"/>
          <p:cNvSpPr txBox="1"/>
          <p:nvPr/>
        </p:nvSpPr>
        <p:spPr>
          <a:xfrm>
            <a:off x="823205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609" name="Rectangle 1608"/>
          <p:cNvSpPr/>
          <p:nvPr/>
        </p:nvSpPr>
        <p:spPr>
          <a:xfrm>
            <a:off x="8585301" y="1957128"/>
            <a:ext cx="335249" cy="221774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TextBox 1609"/>
          <p:cNvSpPr txBox="1"/>
          <p:nvPr/>
        </p:nvSpPr>
        <p:spPr>
          <a:xfrm>
            <a:off x="857930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611" name="TextBox 1610"/>
          <p:cNvSpPr txBox="1"/>
          <p:nvPr/>
        </p:nvSpPr>
        <p:spPr>
          <a:xfrm>
            <a:off x="857930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612" name="Rectangle 1611"/>
          <p:cNvSpPr/>
          <p:nvPr/>
        </p:nvSpPr>
        <p:spPr>
          <a:xfrm>
            <a:off x="8932550" y="1957128"/>
            <a:ext cx="335249" cy="221774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TextBox 1612"/>
          <p:cNvSpPr txBox="1"/>
          <p:nvPr/>
        </p:nvSpPr>
        <p:spPr>
          <a:xfrm>
            <a:off x="892655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614" name="TextBox 1613"/>
          <p:cNvSpPr txBox="1"/>
          <p:nvPr/>
        </p:nvSpPr>
        <p:spPr>
          <a:xfrm>
            <a:off x="892655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615" name="Rectangle 1614"/>
          <p:cNvSpPr/>
          <p:nvPr/>
        </p:nvSpPr>
        <p:spPr>
          <a:xfrm>
            <a:off x="9279799" y="1957128"/>
            <a:ext cx="335249" cy="221774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TextBox 1615"/>
          <p:cNvSpPr txBox="1"/>
          <p:nvPr/>
        </p:nvSpPr>
        <p:spPr>
          <a:xfrm>
            <a:off x="927379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927379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618" name="Rectangle 1617"/>
          <p:cNvSpPr/>
          <p:nvPr/>
        </p:nvSpPr>
        <p:spPr>
          <a:xfrm>
            <a:off x="9627048" y="1957128"/>
            <a:ext cx="335249" cy="221774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TextBox 1618"/>
          <p:cNvSpPr txBox="1"/>
          <p:nvPr/>
        </p:nvSpPr>
        <p:spPr>
          <a:xfrm>
            <a:off x="962104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620" name="TextBox 1619"/>
          <p:cNvSpPr txBox="1"/>
          <p:nvPr/>
        </p:nvSpPr>
        <p:spPr>
          <a:xfrm>
            <a:off x="962104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621" name="Rectangle 1620"/>
          <p:cNvSpPr/>
          <p:nvPr/>
        </p:nvSpPr>
        <p:spPr>
          <a:xfrm>
            <a:off x="9974297" y="1957128"/>
            <a:ext cx="335249" cy="221774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TextBox 1621"/>
          <p:cNvSpPr txBox="1"/>
          <p:nvPr/>
        </p:nvSpPr>
        <p:spPr>
          <a:xfrm>
            <a:off x="996829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623" name="TextBox 1622"/>
          <p:cNvSpPr txBox="1"/>
          <p:nvPr/>
        </p:nvSpPr>
        <p:spPr>
          <a:xfrm>
            <a:off x="996829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624" name="Rectangle 1623"/>
          <p:cNvSpPr/>
          <p:nvPr/>
        </p:nvSpPr>
        <p:spPr>
          <a:xfrm>
            <a:off x="10321546" y="1957128"/>
            <a:ext cx="335249" cy="221774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TextBox 1624"/>
          <p:cNvSpPr txBox="1"/>
          <p:nvPr/>
        </p:nvSpPr>
        <p:spPr>
          <a:xfrm>
            <a:off x="1031554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4.5M</a:t>
            </a:r>
          </a:p>
        </p:txBody>
      </p:sp>
      <p:sp>
        <p:nvSpPr>
          <p:cNvPr id="1626" name="TextBox 1625"/>
          <p:cNvSpPr txBox="1"/>
          <p:nvPr/>
        </p:nvSpPr>
        <p:spPr>
          <a:xfrm>
            <a:off x="1031554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627" name="Rectangle 1626"/>
          <p:cNvSpPr/>
          <p:nvPr/>
        </p:nvSpPr>
        <p:spPr>
          <a:xfrm>
            <a:off x="10668795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1066279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9.7M</a:t>
            </a:r>
          </a:p>
        </p:txBody>
      </p:sp>
      <p:sp>
        <p:nvSpPr>
          <p:cNvPr id="1629" name="TextBox 1628"/>
          <p:cNvSpPr txBox="1"/>
          <p:nvPr/>
        </p:nvSpPr>
        <p:spPr>
          <a:xfrm>
            <a:off x="1066279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630" name="Rectangle 1629"/>
          <p:cNvSpPr/>
          <p:nvPr/>
        </p:nvSpPr>
        <p:spPr>
          <a:xfrm>
            <a:off x="11016044" y="1957128"/>
            <a:ext cx="335249" cy="221774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1101004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632" name="TextBox 1631"/>
          <p:cNvSpPr txBox="1"/>
          <p:nvPr/>
        </p:nvSpPr>
        <p:spPr>
          <a:xfrm>
            <a:off x="1101004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633" name="Rectangle 1632"/>
          <p:cNvSpPr/>
          <p:nvPr/>
        </p:nvSpPr>
        <p:spPr>
          <a:xfrm>
            <a:off x="11363293" y="1957128"/>
            <a:ext cx="335249" cy="221774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1135729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635" name="TextBox 1634"/>
          <p:cNvSpPr txBox="1"/>
          <p:nvPr/>
        </p:nvSpPr>
        <p:spPr>
          <a:xfrm>
            <a:off x="1135729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636" name="Rectangle 1635"/>
          <p:cNvSpPr/>
          <p:nvPr/>
        </p:nvSpPr>
        <p:spPr>
          <a:xfrm>
            <a:off x="11710542" y="1957128"/>
            <a:ext cx="335249" cy="221774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TextBox 1636"/>
          <p:cNvSpPr txBox="1"/>
          <p:nvPr/>
        </p:nvSpPr>
        <p:spPr>
          <a:xfrm>
            <a:off x="1170454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638" name="TextBox 1637"/>
          <p:cNvSpPr txBox="1"/>
          <p:nvPr/>
        </p:nvSpPr>
        <p:spPr>
          <a:xfrm>
            <a:off x="1170454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639" name="TextBox 1638"/>
          <p:cNvSpPr txBox="1"/>
          <p:nvPr/>
        </p:nvSpPr>
        <p:spPr>
          <a:xfrm>
            <a:off x="6183056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640" name="Rectangle 1639"/>
          <p:cNvSpPr/>
          <p:nvPr/>
        </p:nvSpPr>
        <p:spPr>
          <a:xfrm>
            <a:off x="6849056" y="2190902"/>
            <a:ext cx="335249" cy="221774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TextBox 1640"/>
          <p:cNvSpPr txBox="1"/>
          <p:nvPr/>
        </p:nvSpPr>
        <p:spPr>
          <a:xfrm>
            <a:off x="6843056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642" name="TextBox 1641"/>
          <p:cNvSpPr txBox="1"/>
          <p:nvPr/>
        </p:nvSpPr>
        <p:spPr>
          <a:xfrm>
            <a:off x="6843056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43" name="Rectangle 1642"/>
          <p:cNvSpPr/>
          <p:nvPr/>
        </p:nvSpPr>
        <p:spPr>
          <a:xfrm>
            <a:off x="7196305" y="2190902"/>
            <a:ext cx="335249" cy="221774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TextBox 1643"/>
          <p:cNvSpPr txBox="1"/>
          <p:nvPr/>
        </p:nvSpPr>
        <p:spPr>
          <a:xfrm>
            <a:off x="719030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645" name="TextBox 1644"/>
          <p:cNvSpPr txBox="1"/>
          <p:nvPr/>
        </p:nvSpPr>
        <p:spPr>
          <a:xfrm>
            <a:off x="719030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46" name="Rectangle 1645"/>
          <p:cNvSpPr/>
          <p:nvPr/>
        </p:nvSpPr>
        <p:spPr>
          <a:xfrm>
            <a:off x="7890803" y="2190902"/>
            <a:ext cx="335249" cy="221774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TextBox 1646"/>
          <p:cNvSpPr txBox="1"/>
          <p:nvPr/>
        </p:nvSpPr>
        <p:spPr>
          <a:xfrm>
            <a:off x="788480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648" name="TextBox 1647"/>
          <p:cNvSpPr txBox="1"/>
          <p:nvPr/>
        </p:nvSpPr>
        <p:spPr>
          <a:xfrm>
            <a:off x="788480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49" name="Rectangle 1648"/>
          <p:cNvSpPr/>
          <p:nvPr/>
        </p:nvSpPr>
        <p:spPr>
          <a:xfrm>
            <a:off x="8585301" y="2190902"/>
            <a:ext cx="335249" cy="221774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TextBox 1649"/>
          <p:cNvSpPr txBox="1"/>
          <p:nvPr/>
        </p:nvSpPr>
        <p:spPr>
          <a:xfrm>
            <a:off x="857930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651" name="TextBox 1650"/>
          <p:cNvSpPr txBox="1"/>
          <p:nvPr/>
        </p:nvSpPr>
        <p:spPr>
          <a:xfrm>
            <a:off x="857930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652" name="Rectangle 1651"/>
          <p:cNvSpPr/>
          <p:nvPr/>
        </p:nvSpPr>
        <p:spPr>
          <a:xfrm>
            <a:off x="9974297" y="2190902"/>
            <a:ext cx="335249" cy="221774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TextBox 1652"/>
          <p:cNvSpPr txBox="1"/>
          <p:nvPr/>
        </p:nvSpPr>
        <p:spPr>
          <a:xfrm>
            <a:off x="996829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654" name="TextBox 1653"/>
          <p:cNvSpPr txBox="1"/>
          <p:nvPr/>
        </p:nvSpPr>
        <p:spPr>
          <a:xfrm>
            <a:off x="996829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655" name="Rectangle 1654"/>
          <p:cNvSpPr/>
          <p:nvPr/>
        </p:nvSpPr>
        <p:spPr>
          <a:xfrm>
            <a:off x="10668795" y="2190902"/>
            <a:ext cx="335249" cy="221774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TextBox 1655"/>
          <p:cNvSpPr txBox="1"/>
          <p:nvPr/>
        </p:nvSpPr>
        <p:spPr>
          <a:xfrm>
            <a:off x="1066279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657" name="TextBox 1656"/>
          <p:cNvSpPr txBox="1"/>
          <p:nvPr/>
        </p:nvSpPr>
        <p:spPr>
          <a:xfrm>
            <a:off x="1066279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658" name="Rectangle 1657"/>
          <p:cNvSpPr/>
          <p:nvPr/>
        </p:nvSpPr>
        <p:spPr>
          <a:xfrm>
            <a:off x="11016044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TextBox 1658"/>
          <p:cNvSpPr txBox="1"/>
          <p:nvPr/>
        </p:nvSpPr>
        <p:spPr>
          <a:xfrm>
            <a:off x="11010044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3.9M</a:t>
            </a:r>
          </a:p>
        </p:txBody>
      </p:sp>
      <p:sp>
        <p:nvSpPr>
          <p:cNvPr id="1660" name="TextBox 1659"/>
          <p:cNvSpPr txBox="1"/>
          <p:nvPr/>
        </p:nvSpPr>
        <p:spPr>
          <a:xfrm>
            <a:off x="11010044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661" name="Rectangle 1660"/>
          <p:cNvSpPr/>
          <p:nvPr/>
        </p:nvSpPr>
        <p:spPr>
          <a:xfrm>
            <a:off x="11363293" y="2190902"/>
            <a:ext cx="335249" cy="221774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TextBox 1661"/>
          <p:cNvSpPr txBox="1"/>
          <p:nvPr/>
        </p:nvSpPr>
        <p:spPr>
          <a:xfrm>
            <a:off x="1135729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663" name="TextBox 1662"/>
          <p:cNvSpPr txBox="1"/>
          <p:nvPr/>
        </p:nvSpPr>
        <p:spPr>
          <a:xfrm>
            <a:off x="1135729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664" name="TextBox 1663"/>
          <p:cNvSpPr txBox="1"/>
          <p:nvPr/>
        </p:nvSpPr>
        <p:spPr>
          <a:xfrm>
            <a:off x="6183056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665" name="Rectangle 1664"/>
          <p:cNvSpPr/>
          <p:nvPr/>
        </p:nvSpPr>
        <p:spPr>
          <a:xfrm>
            <a:off x="7543554" y="2424676"/>
            <a:ext cx="335249" cy="221774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TextBox 1665"/>
          <p:cNvSpPr txBox="1"/>
          <p:nvPr/>
        </p:nvSpPr>
        <p:spPr>
          <a:xfrm>
            <a:off x="7537554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667" name="TextBox 1666"/>
          <p:cNvSpPr txBox="1"/>
          <p:nvPr/>
        </p:nvSpPr>
        <p:spPr>
          <a:xfrm>
            <a:off x="7537554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668" name="Rectangle 1667"/>
          <p:cNvSpPr/>
          <p:nvPr/>
        </p:nvSpPr>
        <p:spPr>
          <a:xfrm>
            <a:off x="8238052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TextBox 1668"/>
          <p:cNvSpPr txBox="1"/>
          <p:nvPr/>
        </p:nvSpPr>
        <p:spPr>
          <a:xfrm>
            <a:off x="8232052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670" name="TextBox 1669"/>
          <p:cNvSpPr txBox="1"/>
          <p:nvPr/>
        </p:nvSpPr>
        <p:spPr>
          <a:xfrm>
            <a:off x="8232052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671" name="Rectangle 1670"/>
          <p:cNvSpPr/>
          <p:nvPr/>
        </p:nvSpPr>
        <p:spPr>
          <a:xfrm>
            <a:off x="8585301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TextBox 1671"/>
          <p:cNvSpPr txBox="1"/>
          <p:nvPr/>
        </p:nvSpPr>
        <p:spPr>
          <a:xfrm>
            <a:off x="8579301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673" name="TextBox 1672"/>
          <p:cNvSpPr txBox="1"/>
          <p:nvPr/>
        </p:nvSpPr>
        <p:spPr>
          <a:xfrm>
            <a:off x="8579301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674" name="TextBox 1673"/>
          <p:cNvSpPr txBox="1"/>
          <p:nvPr/>
        </p:nvSpPr>
        <p:spPr>
          <a:xfrm>
            <a:off x="6183056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675" name="Rectangle 1674"/>
          <p:cNvSpPr/>
          <p:nvPr/>
        </p:nvSpPr>
        <p:spPr>
          <a:xfrm>
            <a:off x="6849056" y="2658450"/>
            <a:ext cx="335249" cy="221774"/>
          </a:xfrm>
          <a:prstGeom prst="rect">
            <a:avLst/>
          </a:prstGeom>
          <a:solidFill>
            <a:srgbClr val="C0392B">
              <a:alpha val="325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TextBox 1675"/>
          <p:cNvSpPr txBox="1"/>
          <p:nvPr/>
        </p:nvSpPr>
        <p:spPr>
          <a:xfrm>
            <a:off x="684305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0.6M</a:t>
            </a:r>
          </a:p>
        </p:txBody>
      </p:sp>
      <p:sp>
        <p:nvSpPr>
          <p:cNvPr id="1677" name="TextBox 1676"/>
          <p:cNvSpPr txBox="1"/>
          <p:nvPr/>
        </p:nvSpPr>
        <p:spPr>
          <a:xfrm>
            <a:off x="684305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678" name="Rectangle 1677"/>
          <p:cNvSpPr/>
          <p:nvPr/>
        </p:nvSpPr>
        <p:spPr>
          <a:xfrm>
            <a:off x="7196305" y="2658450"/>
            <a:ext cx="335249" cy="221774"/>
          </a:xfrm>
          <a:prstGeom prst="rect">
            <a:avLst/>
          </a:prstGeom>
          <a:solidFill>
            <a:srgbClr val="C0392B">
              <a:alpha val="59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TextBox 1678"/>
          <p:cNvSpPr txBox="1"/>
          <p:nvPr/>
        </p:nvSpPr>
        <p:spPr>
          <a:xfrm>
            <a:off x="719030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680" name="TextBox 1679"/>
          <p:cNvSpPr txBox="1"/>
          <p:nvPr/>
        </p:nvSpPr>
        <p:spPr>
          <a:xfrm>
            <a:off x="719030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681" name="Rectangle 1680"/>
          <p:cNvSpPr/>
          <p:nvPr/>
        </p:nvSpPr>
        <p:spPr>
          <a:xfrm>
            <a:off x="7543554" y="2658450"/>
            <a:ext cx="335249" cy="221774"/>
          </a:xfrm>
          <a:prstGeom prst="rect">
            <a:avLst/>
          </a:prstGeom>
          <a:solidFill>
            <a:srgbClr val="C0392B">
              <a:alpha val="447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TextBox 1681"/>
          <p:cNvSpPr txBox="1"/>
          <p:nvPr/>
        </p:nvSpPr>
        <p:spPr>
          <a:xfrm>
            <a:off x="753755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1.6M</a:t>
            </a:r>
          </a:p>
        </p:txBody>
      </p:sp>
      <p:sp>
        <p:nvSpPr>
          <p:cNvPr id="1683" name="TextBox 1682"/>
          <p:cNvSpPr txBox="1"/>
          <p:nvPr/>
        </p:nvSpPr>
        <p:spPr>
          <a:xfrm>
            <a:off x="753755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684" name="Rectangle 1683"/>
          <p:cNvSpPr/>
          <p:nvPr/>
        </p:nvSpPr>
        <p:spPr>
          <a:xfrm>
            <a:off x="7890803" y="2658450"/>
            <a:ext cx="335249" cy="221774"/>
          </a:xfrm>
          <a:prstGeom prst="rect">
            <a:avLst/>
          </a:prstGeom>
          <a:solidFill>
            <a:srgbClr val="C0392B">
              <a:alpha val="453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TextBox 1684"/>
          <p:cNvSpPr txBox="1"/>
          <p:nvPr/>
        </p:nvSpPr>
        <p:spPr>
          <a:xfrm>
            <a:off x="788480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1686" name="TextBox 1685"/>
          <p:cNvSpPr txBox="1"/>
          <p:nvPr/>
        </p:nvSpPr>
        <p:spPr>
          <a:xfrm>
            <a:off x="788480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1687" name="Rectangle 1686"/>
          <p:cNvSpPr/>
          <p:nvPr/>
        </p:nvSpPr>
        <p:spPr>
          <a:xfrm>
            <a:off x="8585301" y="2658450"/>
            <a:ext cx="335249" cy="221774"/>
          </a:xfrm>
          <a:prstGeom prst="rect">
            <a:avLst/>
          </a:prstGeom>
          <a:solidFill>
            <a:srgbClr val="C0392B">
              <a:alpha val="398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TextBox 1687"/>
          <p:cNvSpPr txBox="1"/>
          <p:nvPr/>
        </p:nvSpPr>
        <p:spPr>
          <a:xfrm>
            <a:off x="857930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1689" name="TextBox 1688"/>
          <p:cNvSpPr txBox="1"/>
          <p:nvPr/>
        </p:nvSpPr>
        <p:spPr>
          <a:xfrm>
            <a:off x="857930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690" name="Rectangle 1689"/>
          <p:cNvSpPr/>
          <p:nvPr/>
        </p:nvSpPr>
        <p:spPr>
          <a:xfrm>
            <a:off x="8932550" y="2658450"/>
            <a:ext cx="335249" cy="221774"/>
          </a:xfrm>
          <a:prstGeom prst="rect">
            <a:avLst/>
          </a:prstGeom>
          <a:solidFill>
            <a:srgbClr val="C0392B">
              <a:alpha val="603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TextBox 1690"/>
          <p:cNvSpPr txBox="1"/>
          <p:nvPr/>
        </p:nvSpPr>
        <p:spPr>
          <a:xfrm>
            <a:off x="892655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692" name="TextBox 1691"/>
          <p:cNvSpPr txBox="1"/>
          <p:nvPr/>
        </p:nvSpPr>
        <p:spPr>
          <a:xfrm>
            <a:off x="892655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693" name="Rectangle 1692"/>
          <p:cNvSpPr/>
          <p:nvPr/>
        </p:nvSpPr>
        <p:spPr>
          <a:xfrm>
            <a:off x="9279799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TextBox 1693"/>
          <p:cNvSpPr txBox="1"/>
          <p:nvPr/>
        </p:nvSpPr>
        <p:spPr>
          <a:xfrm>
            <a:off x="927379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6.2M</a:t>
            </a:r>
          </a:p>
        </p:txBody>
      </p:sp>
      <p:sp>
        <p:nvSpPr>
          <p:cNvPr id="1695" name="TextBox 1694"/>
          <p:cNvSpPr txBox="1"/>
          <p:nvPr/>
        </p:nvSpPr>
        <p:spPr>
          <a:xfrm>
            <a:off x="927379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696" name="Rectangle 1695"/>
          <p:cNvSpPr/>
          <p:nvPr/>
        </p:nvSpPr>
        <p:spPr>
          <a:xfrm>
            <a:off x="9627048" y="2658450"/>
            <a:ext cx="335249" cy="221774"/>
          </a:xfrm>
          <a:prstGeom prst="rect">
            <a:avLst/>
          </a:prstGeom>
          <a:solidFill>
            <a:srgbClr val="C0392B">
              <a:alpha val="384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TextBox 1696"/>
          <p:cNvSpPr txBox="1"/>
          <p:nvPr/>
        </p:nvSpPr>
        <p:spPr>
          <a:xfrm>
            <a:off x="962104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1698" name="TextBox 1697"/>
          <p:cNvSpPr txBox="1"/>
          <p:nvPr/>
        </p:nvSpPr>
        <p:spPr>
          <a:xfrm>
            <a:off x="962104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699" name="Rectangle 1698"/>
          <p:cNvSpPr/>
          <p:nvPr/>
        </p:nvSpPr>
        <p:spPr>
          <a:xfrm>
            <a:off x="9974297" y="2658450"/>
            <a:ext cx="335249" cy="221774"/>
          </a:xfrm>
          <a:prstGeom prst="rect">
            <a:avLst/>
          </a:prstGeom>
          <a:solidFill>
            <a:srgbClr val="C0392B">
              <a:alpha val="460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TextBox 1699"/>
          <p:cNvSpPr txBox="1"/>
          <p:nvPr/>
        </p:nvSpPr>
        <p:spPr>
          <a:xfrm>
            <a:off x="996829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1701" name="TextBox 1700"/>
          <p:cNvSpPr txBox="1"/>
          <p:nvPr/>
        </p:nvSpPr>
        <p:spPr>
          <a:xfrm>
            <a:off x="996829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8件</a:t>
            </a:r>
          </a:p>
        </p:txBody>
      </p:sp>
      <p:sp>
        <p:nvSpPr>
          <p:cNvPr id="1702" name="Rectangle 1701"/>
          <p:cNvSpPr/>
          <p:nvPr/>
        </p:nvSpPr>
        <p:spPr>
          <a:xfrm>
            <a:off x="10321546" y="2658450"/>
            <a:ext cx="335249" cy="221774"/>
          </a:xfrm>
          <a:prstGeom prst="rect">
            <a:avLst/>
          </a:prstGeom>
          <a:solidFill>
            <a:srgbClr val="C0392B">
              <a:alpha val="6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TextBox 1702"/>
          <p:cNvSpPr txBox="1"/>
          <p:nvPr/>
        </p:nvSpPr>
        <p:spPr>
          <a:xfrm>
            <a:off x="1031554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704" name="TextBox 1703"/>
          <p:cNvSpPr txBox="1"/>
          <p:nvPr/>
        </p:nvSpPr>
        <p:spPr>
          <a:xfrm>
            <a:off x="1031554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705" name="Rectangle 1704"/>
          <p:cNvSpPr/>
          <p:nvPr/>
        </p:nvSpPr>
        <p:spPr>
          <a:xfrm>
            <a:off x="10668795" y="2658450"/>
            <a:ext cx="335249" cy="221774"/>
          </a:xfrm>
          <a:prstGeom prst="rect">
            <a:avLst/>
          </a:prstGeom>
          <a:solidFill>
            <a:srgbClr val="C0392B">
              <a:alpha val="733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TextBox 1705"/>
          <p:cNvSpPr txBox="1"/>
          <p:nvPr/>
        </p:nvSpPr>
        <p:spPr>
          <a:xfrm>
            <a:off x="1066279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707" name="TextBox 1706"/>
          <p:cNvSpPr txBox="1"/>
          <p:nvPr/>
        </p:nvSpPr>
        <p:spPr>
          <a:xfrm>
            <a:off x="1066279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08" name="Rectangle 1707"/>
          <p:cNvSpPr/>
          <p:nvPr/>
        </p:nvSpPr>
        <p:spPr>
          <a:xfrm>
            <a:off x="11016044" y="2658450"/>
            <a:ext cx="335249" cy="221774"/>
          </a:xfrm>
          <a:prstGeom prst="rect">
            <a:avLst/>
          </a:prstGeom>
          <a:solidFill>
            <a:srgbClr val="C0392B">
              <a:alpha val="770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TextBox 1708"/>
          <p:cNvSpPr txBox="1"/>
          <p:nvPr/>
        </p:nvSpPr>
        <p:spPr>
          <a:xfrm>
            <a:off x="1101004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710" name="TextBox 1709"/>
          <p:cNvSpPr txBox="1"/>
          <p:nvPr/>
        </p:nvSpPr>
        <p:spPr>
          <a:xfrm>
            <a:off x="1101004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11" name="Rectangle 1710"/>
          <p:cNvSpPr/>
          <p:nvPr/>
        </p:nvSpPr>
        <p:spPr>
          <a:xfrm>
            <a:off x="11363293" y="2658450"/>
            <a:ext cx="335249" cy="221774"/>
          </a:xfrm>
          <a:prstGeom prst="rect">
            <a:avLst/>
          </a:prstGeom>
          <a:solidFill>
            <a:srgbClr val="C0392B">
              <a:alpha val="7749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TextBox 1711"/>
          <p:cNvSpPr txBox="1"/>
          <p:nvPr/>
        </p:nvSpPr>
        <p:spPr>
          <a:xfrm>
            <a:off x="1135729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713" name="TextBox 1712"/>
          <p:cNvSpPr txBox="1"/>
          <p:nvPr/>
        </p:nvSpPr>
        <p:spPr>
          <a:xfrm>
            <a:off x="1135729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14" name="Rectangle 1713"/>
          <p:cNvSpPr/>
          <p:nvPr/>
        </p:nvSpPr>
        <p:spPr>
          <a:xfrm>
            <a:off x="11710542" y="2658450"/>
            <a:ext cx="335249" cy="221774"/>
          </a:xfrm>
          <a:prstGeom prst="rect">
            <a:avLst/>
          </a:prstGeom>
          <a:solidFill>
            <a:srgbClr val="C0392B">
              <a:alpha val="859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TextBox 1714"/>
          <p:cNvSpPr txBox="1"/>
          <p:nvPr/>
        </p:nvSpPr>
        <p:spPr>
          <a:xfrm>
            <a:off x="1170454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716" name="TextBox 1715"/>
          <p:cNvSpPr txBox="1"/>
          <p:nvPr/>
        </p:nvSpPr>
        <p:spPr>
          <a:xfrm>
            <a:off x="1170454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17" name="TextBox 1716"/>
          <p:cNvSpPr txBox="1"/>
          <p:nvPr/>
        </p:nvSpPr>
        <p:spPr>
          <a:xfrm>
            <a:off x="6183056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718" name="Rectangle 1717"/>
          <p:cNvSpPr/>
          <p:nvPr/>
        </p:nvSpPr>
        <p:spPr>
          <a:xfrm>
            <a:off x="684905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TextBox 1718"/>
          <p:cNvSpPr txBox="1"/>
          <p:nvPr/>
        </p:nvSpPr>
        <p:spPr>
          <a:xfrm>
            <a:off x="684305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6.6M</a:t>
            </a:r>
          </a:p>
        </p:txBody>
      </p:sp>
      <p:sp>
        <p:nvSpPr>
          <p:cNvPr id="1720" name="TextBox 1719"/>
          <p:cNvSpPr txBox="1"/>
          <p:nvPr/>
        </p:nvSpPr>
        <p:spPr>
          <a:xfrm>
            <a:off x="684305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19件</a:t>
            </a:r>
          </a:p>
        </p:txBody>
      </p:sp>
      <p:sp>
        <p:nvSpPr>
          <p:cNvPr id="1721" name="Rectangle 1720"/>
          <p:cNvSpPr/>
          <p:nvPr/>
        </p:nvSpPr>
        <p:spPr>
          <a:xfrm>
            <a:off x="719630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TextBox 1721"/>
          <p:cNvSpPr txBox="1"/>
          <p:nvPr/>
        </p:nvSpPr>
        <p:spPr>
          <a:xfrm>
            <a:off x="719030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14.4M</a:t>
            </a:r>
          </a:p>
        </p:txBody>
      </p:sp>
      <p:sp>
        <p:nvSpPr>
          <p:cNvPr id="1723" name="TextBox 1722"/>
          <p:cNvSpPr txBox="1"/>
          <p:nvPr/>
        </p:nvSpPr>
        <p:spPr>
          <a:xfrm>
            <a:off x="719030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724" name="Rectangle 1723"/>
          <p:cNvSpPr/>
          <p:nvPr/>
        </p:nvSpPr>
        <p:spPr>
          <a:xfrm>
            <a:off x="754355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TextBox 1724"/>
          <p:cNvSpPr txBox="1"/>
          <p:nvPr/>
        </p:nvSpPr>
        <p:spPr>
          <a:xfrm>
            <a:off x="753755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18.1M</a:t>
            </a:r>
          </a:p>
        </p:txBody>
      </p:sp>
      <p:sp>
        <p:nvSpPr>
          <p:cNvPr id="1726" name="TextBox 1725"/>
          <p:cNvSpPr txBox="1"/>
          <p:nvPr/>
        </p:nvSpPr>
        <p:spPr>
          <a:xfrm>
            <a:off x="753755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727" name="Rectangle 1726"/>
          <p:cNvSpPr/>
          <p:nvPr/>
        </p:nvSpPr>
        <p:spPr>
          <a:xfrm>
            <a:off x="789080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TextBox 1727"/>
          <p:cNvSpPr txBox="1"/>
          <p:nvPr/>
        </p:nvSpPr>
        <p:spPr>
          <a:xfrm>
            <a:off x="788480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16.9M</a:t>
            </a:r>
          </a:p>
        </p:txBody>
      </p:sp>
      <p:sp>
        <p:nvSpPr>
          <p:cNvPr id="1729" name="TextBox 1728"/>
          <p:cNvSpPr txBox="1"/>
          <p:nvPr/>
        </p:nvSpPr>
        <p:spPr>
          <a:xfrm>
            <a:off x="788480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32件</a:t>
            </a:r>
          </a:p>
        </p:txBody>
      </p:sp>
      <p:sp>
        <p:nvSpPr>
          <p:cNvPr id="1730" name="Rectangle 1729"/>
          <p:cNvSpPr/>
          <p:nvPr/>
        </p:nvSpPr>
        <p:spPr>
          <a:xfrm>
            <a:off x="823805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TextBox 1730"/>
          <p:cNvSpPr txBox="1"/>
          <p:nvPr/>
        </p:nvSpPr>
        <p:spPr>
          <a:xfrm>
            <a:off x="823205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13.2M</a:t>
            </a:r>
          </a:p>
        </p:txBody>
      </p:sp>
      <p:sp>
        <p:nvSpPr>
          <p:cNvPr id="1732" name="TextBox 1731"/>
          <p:cNvSpPr txBox="1"/>
          <p:nvPr/>
        </p:nvSpPr>
        <p:spPr>
          <a:xfrm>
            <a:off x="823205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733" name="Rectangle 1732"/>
          <p:cNvSpPr/>
          <p:nvPr/>
        </p:nvSpPr>
        <p:spPr>
          <a:xfrm>
            <a:off x="858530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TextBox 1733"/>
          <p:cNvSpPr txBox="1"/>
          <p:nvPr/>
        </p:nvSpPr>
        <p:spPr>
          <a:xfrm>
            <a:off x="857930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735" name="TextBox 1734"/>
          <p:cNvSpPr txBox="1"/>
          <p:nvPr/>
        </p:nvSpPr>
        <p:spPr>
          <a:xfrm>
            <a:off x="857930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62件</a:t>
            </a:r>
          </a:p>
        </p:txBody>
      </p:sp>
      <p:sp>
        <p:nvSpPr>
          <p:cNvPr id="1736" name="Rectangle 1735"/>
          <p:cNvSpPr/>
          <p:nvPr/>
        </p:nvSpPr>
        <p:spPr>
          <a:xfrm>
            <a:off x="893255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TextBox 1736"/>
          <p:cNvSpPr txBox="1"/>
          <p:nvPr/>
        </p:nvSpPr>
        <p:spPr>
          <a:xfrm>
            <a:off x="892655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14.8M</a:t>
            </a:r>
          </a:p>
        </p:txBody>
      </p:sp>
      <p:sp>
        <p:nvSpPr>
          <p:cNvPr id="1738" name="TextBox 1737"/>
          <p:cNvSpPr txBox="1"/>
          <p:nvPr/>
        </p:nvSpPr>
        <p:spPr>
          <a:xfrm>
            <a:off x="892655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739" name="Rectangle 1738"/>
          <p:cNvSpPr/>
          <p:nvPr/>
        </p:nvSpPr>
        <p:spPr>
          <a:xfrm>
            <a:off x="927979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TextBox 1739"/>
          <p:cNvSpPr txBox="1"/>
          <p:nvPr/>
        </p:nvSpPr>
        <p:spPr>
          <a:xfrm>
            <a:off x="927379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32.8M</a:t>
            </a:r>
          </a:p>
        </p:txBody>
      </p:sp>
      <p:sp>
        <p:nvSpPr>
          <p:cNvPr id="1741" name="TextBox 1740"/>
          <p:cNvSpPr txBox="1"/>
          <p:nvPr/>
        </p:nvSpPr>
        <p:spPr>
          <a:xfrm>
            <a:off x="927379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66件</a:t>
            </a:r>
          </a:p>
        </p:txBody>
      </p:sp>
      <p:sp>
        <p:nvSpPr>
          <p:cNvPr id="1742" name="Rectangle 1741"/>
          <p:cNvSpPr/>
          <p:nvPr/>
        </p:nvSpPr>
        <p:spPr>
          <a:xfrm>
            <a:off x="962704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TextBox 1742"/>
          <p:cNvSpPr txBox="1"/>
          <p:nvPr/>
        </p:nvSpPr>
        <p:spPr>
          <a:xfrm>
            <a:off x="962104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11.5M</a:t>
            </a:r>
          </a:p>
        </p:txBody>
      </p:sp>
      <p:sp>
        <p:nvSpPr>
          <p:cNvPr id="1744" name="TextBox 1743"/>
          <p:cNvSpPr txBox="1"/>
          <p:nvPr/>
        </p:nvSpPr>
        <p:spPr>
          <a:xfrm>
            <a:off x="962104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745" name="Rectangle 1744"/>
          <p:cNvSpPr/>
          <p:nvPr/>
        </p:nvSpPr>
        <p:spPr>
          <a:xfrm>
            <a:off x="997429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TextBox 1745"/>
          <p:cNvSpPr txBox="1"/>
          <p:nvPr/>
        </p:nvSpPr>
        <p:spPr>
          <a:xfrm>
            <a:off x="996829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12.3M</a:t>
            </a:r>
          </a:p>
        </p:txBody>
      </p:sp>
      <p:sp>
        <p:nvSpPr>
          <p:cNvPr id="1747" name="TextBox 1746"/>
          <p:cNvSpPr txBox="1"/>
          <p:nvPr/>
        </p:nvSpPr>
        <p:spPr>
          <a:xfrm>
            <a:off x="996829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36件</a:t>
            </a:r>
          </a:p>
        </p:txBody>
      </p:sp>
      <p:sp>
        <p:nvSpPr>
          <p:cNvPr id="1748" name="Rectangle 1747"/>
          <p:cNvSpPr/>
          <p:nvPr/>
        </p:nvSpPr>
        <p:spPr>
          <a:xfrm>
            <a:off x="1032154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TextBox 1748"/>
          <p:cNvSpPr txBox="1"/>
          <p:nvPr/>
        </p:nvSpPr>
        <p:spPr>
          <a:xfrm>
            <a:off x="1031554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19.0M</a:t>
            </a:r>
          </a:p>
        </p:txBody>
      </p:sp>
      <p:sp>
        <p:nvSpPr>
          <p:cNvPr id="1750" name="TextBox 1749"/>
          <p:cNvSpPr txBox="1"/>
          <p:nvPr/>
        </p:nvSpPr>
        <p:spPr>
          <a:xfrm>
            <a:off x="1031554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751" name="Rectangle 1750"/>
          <p:cNvSpPr/>
          <p:nvPr/>
        </p:nvSpPr>
        <p:spPr>
          <a:xfrm>
            <a:off x="1066879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TextBox 1751"/>
          <p:cNvSpPr txBox="1"/>
          <p:nvPr/>
        </p:nvSpPr>
        <p:spPr>
          <a:xfrm>
            <a:off x="1066279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26.1M</a:t>
            </a:r>
          </a:p>
        </p:txBody>
      </p:sp>
      <p:sp>
        <p:nvSpPr>
          <p:cNvPr id="1753" name="TextBox 1752"/>
          <p:cNvSpPr txBox="1"/>
          <p:nvPr/>
        </p:nvSpPr>
        <p:spPr>
          <a:xfrm>
            <a:off x="1066279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67件</a:t>
            </a:r>
          </a:p>
        </p:txBody>
      </p:sp>
      <p:sp>
        <p:nvSpPr>
          <p:cNvPr id="1754" name="Rectangle 1753"/>
          <p:cNvSpPr/>
          <p:nvPr/>
        </p:nvSpPr>
        <p:spPr>
          <a:xfrm>
            <a:off x="1101604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TextBox 1754"/>
          <p:cNvSpPr txBox="1"/>
          <p:nvPr/>
        </p:nvSpPr>
        <p:spPr>
          <a:xfrm>
            <a:off x="1101004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19.5M</a:t>
            </a:r>
          </a:p>
        </p:txBody>
      </p:sp>
      <p:sp>
        <p:nvSpPr>
          <p:cNvPr id="1756" name="TextBox 1755"/>
          <p:cNvSpPr txBox="1"/>
          <p:nvPr/>
        </p:nvSpPr>
        <p:spPr>
          <a:xfrm>
            <a:off x="1101004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757" name="Rectangle 1756"/>
          <p:cNvSpPr/>
          <p:nvPr/>
        </p:nvSpPr>
        <p:spPr>
          <a:xfrm>
            <a:off x="1136329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TextBox 1757"/>
          <p:cNvSpPr txBox="1"/>
          <p:nvPr/>
        </p:nvSpPr>
        <p:spPr>
          <a:xfrm>
            <a:off x="1135729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759" name="TextBox 1758"/>
          <p:cNvSpPr txBox="1"/>
          <p:nvPr/>
        </p:nvSpPr>
        <p:spPr>
          <a:xfrm>
            <a:off x="1135729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35件</a:t>
            </a:r>
          </a:p>
        </p:txBody>
      </p:sp>
      <p:sp>
        <p:nvSpPr>
          <p:cNvPr id="1760" name="Rectangle 1759"/>
          <p:cNvSpPr/>
          <p:nvPr/>
        </p:nvSpPr>
        <p:spPr>
          <a:xfrm>
            <a:off x="1171054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TextBox 1760"/>
          <p:cNvSpPr txBox="1"/>
          <p:nvPr/>
        </p:nvSpPr>
        <p:spPr>
          <a:xfrm>
            <a:off x="1170454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762" name="TextBox 1761"/>
          <p:cNvSpPr txBox="1"/>
          <p:nvPr/>
        </p:nvSpPr>
        <p:spPr>
          <a:xfrm>
            <a:off x="1170454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763" name="Rectangle 1762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TextBox 1763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765" name="TextBox 1764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766" name="TextBox 1765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767" name="TextBox 1766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768" name="TextBox 1767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769" name="TextBox 1768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770" name="TextBox 1769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771" name="TextBox 1770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772" name="TextBox 1771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773" name="TextBox 1772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774" name="TextBox 1773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775" name="TextBox 1774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776" name="TextBox 1775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777" name="TextBox 1776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778" name="TextBox 1777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779" name="TextBox 1778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780" name="TextBox 1779"/>
          <p:cNvSpPr txBox="1"/>
          <p:nvPr/>
        </p:nvSpPr>
        <p:spPr>
          <a:xfrm>
            <a:off x="202880" y="41136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781" name="Rectangle 1780"/>
          <p:cNvSpPr/>
          <p:nvPr/>
        </p:nvSpPr>
        <p:spPr>
          <a:xfrm>
            <a:off x="868880" y="4119632"/>
            <a:ext cx="335249" cy="222040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TextBox 1781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3.1M</a:t>
            </a:r>
          </a:p>
        </p:txBody>
      </p:sp>
      <p:sp>
        <p:nvSpPr>
          <p:cNvPr id="1783" name="TextBox 1782"/>
          <p:cNvSpPr txBox="1"/>
          <p:nvPr/>
        </p:nvSpPr>
        <p:spPr>
          <a:xfrm>
            <a:off x="86288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784" name="Rectangle 1783"/>
          <p:cNvSpPr/>
          <p:nvPr/>
        </p:nvSpPr>
        <p:spPr>
          <a:xfrm>
            <a:off x="1216129" y="4119632"/>
            <a:ext cx="335249" cy="222040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TextBox 1784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786" name="TextBox 1785"/>
          <p:cNvSpPr txBox="1"/>
          <p:nvPr/>
        </p:nvSpPr>
        <p:spPr>
          <a:xfrm>
            <a:off x="121012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787" name="Rectangle 1786"/>
          <p:cNvSpPr/>
          <p:nvPr/>
        </p:nvSpPr>
        <p:spPr>
          <a:xfrm>
            <a:off x="1563378" y="4119632"/>
            <a:ext cx="335249" cy="222040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TextBox 1787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3.5M</a:t>
            </a:r>
          </a:p>
        </p:txBody>
      </p:sp>
      <p:sp>
        <p:nvSpPr>
          <p:cNvPr id="1789" name="TextBox 1788"/>
          <p:cNvSpPr txBox="1"/>
          <p:nvPr/>
        </p:nvSpPr>
        <p:spPr>
          <a:xfrm>
            <a:off x="155737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790" name="Rectangle 1789"/>
          <p:cNvSpPr/>
          <p:nvPr/>
        </p:nvSpPr>
        <p:spPr>
          <a:xfrm>
            <a:off x="1910627" y="4119632"/>
            <a:ext cx="335249" cy="222040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TextBox 1790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792" name="TextBox 1791"/>
          <p:cNvSpPr txBox="1"/>
          <p:nvPr/>
        </p:nvSpPr>
        <p:spPr>
          <a:xfrm>
            <a:off x="190462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793" name="Rectangle 1792"/>
          <p:cNvSpPr/>
          <p:nvPr/>
        </p:nvSpPr>
        <p:spPr>
          <a:xfrm>
            <a:off x="2257876" y="4119632"/>
            <a:ext cx="335249" cy="222040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TextBox 1793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1.1M</a:t>
            </a:r>
          </a:p>
        </p:txBody>
      </p:sp>
      <p:sp>
        <p:nvSpPr>
          <p:cNvPr id="1795" name="TextBox 1794"/>
          <p:cNvSpPr txBox="1"/>
          <p:nvPr/>
        </p:nvSpPr>
        <p:spPr>
          <a:xfrm>
            <a:off x="225187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796" name="Rectangle 1795"/>
          <p:cNvSpPr/>
          <p:nvPr/>
        </p:nvSpPr>
        <p:spPr>
          <a:xfrm>
            <a:off x="2605125" y="4119632"/>
            <a:ext cx="335249" cy="222040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TextBox 1796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798" name="TextBox 1797"/>
          <p:cNvSpPr txBox="1"/>
          <p:nvPr/>
        </p:nvSpPr>
        <p:spPr>
          <a:xfrm>
            <a:off x="2599125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799" name="Rectangle 1798"/>
          <p:cNvSpPr/>
          <p:nvPr/>
        </p:nvSpPr>
        <p:spPr>
          <a:xfrm>
            <a:off x="2952374" y="4119632"/>
            <a:ext cx="335249" cy="222040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TextBox 1799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2.7M</a:t>
            </a:r>
          </a:p>
        </p:txBody>
      </p:sp>
      <p:sp>
        <p:nvSpPr>
          <p:cNvPr id="1801" name="TextBox 1800"/>
          <p:cNvSpPr txBox="1"/>
          <p:nvPr/>
        </p:nvSpPr>
        <p:spPr>
          <a:xfrm>
            <a:off x="2946374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802" name="Rectangle 1801"/>
          <p:cNvSpPr/>
          <p:nvPr/>
        </p:nvSpPr>
        <p:spPr>
          <a:xfrm>
            <a:off x="3299623" y="4119632"/>
            <a:ext cx="335249" cy="222040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TextBox 1802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804" name="TextBox 1803"/>
          <p:cNvSpPr txBox="1"/>
          <p:nvPr/>
        </p:nvSpPr>
        <p:spPr>
          <a:xfrm>
            <a:off x="3293623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805" name="Rectangle 1804"/>
          <p:cNvSpPr/>
          <p:nvPr/>
        </p:nvSpPr>
        <p:spPr>
          <a:xfrm>
            <a:off x="3646872" y="4119632"/>
            <a:ext cx="335249" cy="222040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3640872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808" name="Rectangle 1807"/>
          <p:cNvSpPr/>
          <p:nvPr/>
        </p:nvSpPr>
        <p:spPr>
          <a:xfrm>
            <a:off x="3994121" y="4119632"/>
            <a:ext cx="335249" cy="222040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TextBox 1808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810" name="TextBox 1809"/>
          <p:cNvSpPr txBox="1"/>
          <p:nvPr/>
        </p:nvSpPr>
        <p:spPr>
          <a:xfrm>
            <a:off x="3988121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811" name="Rectangle 1810"/>
          <p:cNvSpPr/>
          <p:nvPr/>
        </p:nvSpPr>
        <p:spPr>
          <a:xfrm>
            <a:off x="4341370" y="4119632"/>
            <a:ext cx="335249" cy="222040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TextBox 1811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8.7M</a:t>
            </a:r>
          </a:p>
        </p:txBody>
      </p:sp>
      <p:sp>
        <p:nvSpPr>
          <p:cNvPr id="1813" name="TextBox 1812"/>
          <p:cNvSpPr txBox="1"/>
          <p:nvPr/>
        </p:nvSpPr>
        <p:spPr>
          <a:xfrm>
            <a:off x="433537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814" name="Rectangle 1813"/>
          <p:cNvSpPr/>
          <p:nvPr/>
        </p:nvSpPr>
        <p:spPr>
          <a:xfrm>
            <a:off x="4688619" y="4119632"/>
            <a:ext cx="335249" cy="222040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TextBox 1814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816" name="TextBox 1815"/>
          <p:cNvSpPr txBox="1"/>
          <p:nvPr/>
        </p:nvSpPr>
        <p:spPr>
          <a:xfrm>
            <a:off x="468261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6件</a:t>
            </a:r>
          </a:p>
        </p:txBody>
      </p:sp>
      <p:sp>
        <p:nvSpPr>
          <p:cNvPr id="1817" name="Rectangle 1816"/>
          <p:cNvSpPr/>
          <p:nvPr/>
        </p:nvSpPr>
        <p:spPr>
          <a:xfrm>
            <a:off x="5035868" y="4119632"/>
            <a:ext cx="335249" cy="222040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TextBox 1817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819" name="TextBox 1818"/>
          <p:cNvSpPr txBox="1"/>
          <p:nvPr/>
        </p:nvSpPr>
        <p:spPr>
          <a:xfrm>
            <a:off x="502986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820" name="Rectangle 1819"/>
          <p:cNvSpPr/>
          <p:nvPr/>
        </p:nvSpPr>
        <p:spPr>
          <a:xfrm>
            <a:off x="5383117" y="4119632"/>
            <a:ext cx="335249" cy="222040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TextBox 1820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822" name="TextBox 1821"/>
          <p:cNvSpPr txBox="1"/>
          <p:nvPr/>
        </p:nvSpPr>
        <p:spPr>
          <a:xfrm>
            <a:off x="537711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823" name="Rectangle 1822"/>
          <p:cNvSpPr/>
          <p:nvPr/>
        </p:nvSpPr>
        <p:spPr>
          <a:xfrm>
            <a:off x="5730366" y="4119632"/>
            <a:ext cx="335249" cy="222040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TextBox 1823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825" name="TextBox 1824"/>
          <p:cNvSpPr txBox="1"/>
          <p:nvPr/>
        </p:nvSpPr>
        <p:spPr>
          <a:xfrm>
            <a:off x="572436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826" name="TextBox 1825"/>
          <p:cNvSpPr txBox="1"/>
          <p:nvPr/>
        </p:nvSpPr>
        <p:spPr>
          <a:xfrm>
            <a:off x="202880" y="43476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827" name="Rectangle 1826"/>
          <p:cNvSpPr/>
          <p:nvPr/>
        </p:nvSpPr>
        <p:spPr>
          <a:xfrm>
            <a:off x="868880" y="4353672"/>
            <a:ext cx="335249" cy="222040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TextBox 1827"/>
          <p:cNvSpPr txBox="1"/>
          <p:nvPr/>
        </p:nvSpPr>
        <p:spPr>
          <a:xfrm>
            <a:off x="862880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829" name="TextBox 1828"/>
          <p:cNvSpPr txBox="1"/>
          <p:nvPr/>
        </p:nvSpPr>
        <p:spPr>
          <a:xfrm>
            <a:off x="862880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830" name="Rectangle 1829"/>
          <p:cNvSpPr/>
          <p:nvPr/>
        </p:nvSpPr>
        <p:spPr>
          <a:xfrm>
            <a:off x="1216129" y="4353672"/>
            <a:ext cx="335249" cy="222040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TextBox 1830"/>
          <p:cNvSpPr txBox="1"/>
          <p:nvPr/>
        </p:nvSpPr>
        <p:spPr>
          <a:xfrm>
            <a:off x="121012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832" name="TextBox 1831"/>
          <p:cNvSpPr txBox="1"/>
          <p:nvPr/>
        </p:nvSpPr>
        <p:spPr>
          <a:xfrm>
            <a:off x="121012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833" name="Rectangle 1832"/>
          <p:cNvSpPr/>
          <p:nvPr/>
        </p:nvSpPr>
        <p:spPr>
          <a:xfrm>
            <a:off x="1563378" y="4353672"/>
            <a:ext cx="335249" cy="222040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TextBox 1833"/>
          <p:cNvSpPr txBox="1"/>
          <p:nvPr/>
        </p:nvSpPr>
        <p:spPr>
          <a:xfrm>
            <a:off x="155737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835" name="TextBox 1834"/>
          <p:cNvSpPr txBox="1"/>
          <p:nvPr/>
        </p:nvSpPr>
        <p:spPr>
          <a:xfrm>
            <a:off x="155737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836" name="Rectangle 1835"/>
          <p:cNvSpPr/>
          <p:nvPr/>
        </p:nvSpPr>
        <p:spPr>
          <a:xfrm>
            <a:off x="1910627" y="4353672"/>
            <a:ext cx="335249" cy="222040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TextBox 1836"/>
          <p:cNvSpPr txBox="1"/>
          <p:nvPr/>
        </p:nvSpPr>
        <p:spPr>
          <a:xfrm>
            <a:off x="190462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1838" name="TextBox 1837"/>
          <p:cNvSpPr txBox="1"/>
          <p:nvPr/>
        </p:nvSpPr>
        <p:spPr>
          <a:xfrm>
            <a:off x="190462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39" name="Rectangle 1838"/>
          <p:cNvSpPr/>
          <p:nvPr/>
        </p:nvSpPr>
        <p:spPr>
          <a:xfrm>
            <a:off x="2257876" y="4353672"/>
            <a:ext cx="335249" cy="222040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TextBox 1839"/>
          <p:cNvSpPr txBox="1"/>
          <p:nvPr/>
        </p:nvSpPr>
        <p:spPr>
          <a:xfrm>
            <a:off x="2251876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841" name="TextBox 1840"/>
          <p:cNvSpPr txBox="1"/>
          <p:nvPr/>
        </p:nvSpPr>
        <p:spPr>
          <a:xfrm>
            <a:off x="2251876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842" name="Rectangle 1841"/>
          <p:cNvSpPr/>
          <p:nvPr/>
        </p:nvSpPr>
        <p:spPr>
          <a:xfrm>
            <a:off x="2605125" y="4353672"/>
            <a:ext cx="335249" cy="222040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TextBox 1842"/>
          <p:cNvSpPr txBox="1"/>
          <p:nvPr/>
        </p:nvSpPr>
        <p:spPr>
          <a:xfrm>
            <a:off x="2599125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0.8M</a:t>
            </a:r>
          </a:p>
        </p:txBody>
      </p:sp>
      <p:sp>
        <p:nvSpPr>
          <p:cNvPr id="1844" name="TextBox 1843"/>
          <p:cNvSpPr txBox="1"/>
          <p:nvPr/>
        </p:nvSpPr>
        <p:spPr>
          <a:xfrm>
            <a:off x="2599125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845" name="Rectangle 1844"/>
          <p:cNvSpPr/>
          <p:nvPr/>
        </p:nvSpPr>
        <p:spPr>
          <a:xfrm>
            <a:off x="2952374" y="4353672"/>
            <a:ext cx="335249" cy="222040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TextBox 1845"/>
          <p:cNvSpPr txBox="1"/>
          <p:nvPr/>
        </p:nvSpPr>
        <p:spPr>
          <a:xfrm>
            <a:off x="2946374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0.9M</a:t>
            </a:r>
          </a:p>
        </p:txBody>
      </p:sp>
      <p:sp>
        <p:nvSpPr>
          <p:cNvPr id="1847" name="TextBox 1846"/>
          <p:cNvSpPr txBox="1"/>
          <p:nvPr/>
        </p:nvSpPr>
        <p:spPr>
          <a:xfrm>
            <a:off x="2946374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848" name="Rectangle 1847"/>
          <p:cNvSpPr/>
          <p:nvPr/>
        </p:nvSpPr>
        <p:spPr>
          <a:xfrm>
            <a:off x="3299623" y="4353672"/>
            <a:ext cx="335249" cy="222040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TextBox 1848"/>
          <p:cNvSpPr txBox="1"/>
          <p:nvPr/>
        </p:nvSpPr>
        <p:spPr>
          <a:xfrm>
            <a:off x="3293623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0.7M</a:t>
            </a:r>
          </a:p>
        </p:txBody>
      </p:sp>
      <p:sp>
        <p:nvSpPr>
          <p:cNvPr id="1850" name="TextBox 1849"/>
          <p:cNvSpPr txBox="1"/>
          <p:nvPr/>
        </p:nvSpPr>
        <p:spPr>
          <a:xfrm>
            <a:off x="3293623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851" name="Rectangle 1850"/>
          <p:cNvSpPr/>
          <p:nvPr/>
        </p:nvSpPr>
        <p:spPr>
          <a:xfrm>
            <a:off x="4688619" y="4353672"/>
            <a:ext cx="335249" cy="222040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TextBox 1851"/>
          <p:cNvSpPr txBox="1"/>
          <p:nvPr/>
        </p:nvSpPr>
        <p:spPr>
          <a:xfrm>
            <a:off x="468261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853" name="TextBox 1852"/>
          <p:cNvSpPr txBox="1"/>
          <p:nvPr/>
        </p:nvSpPr>
        <p:spPr>
          <a:xfrm>
            <a:off x="468261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854" name="Rectangle 1853"/>
          <p:cNvSpPr/>
          <p:nvPr/>
        </p:nvSpPr>
        <p:spPr>
          <a:xfrm>
            <a:off x="5035868" y="4353672"/>
            <a:ext cx="335249" cy="222040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TextBox 1854"/>
          <p:cNvSpPr txBox="1"/>
          <p:nvPr/>
        </p:nvSpPr>
        <p:spPr>
          <a:xfrm>
            <a:off x="502986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856" name="TextBox 1855"/>
          <p:cNvSpPr txBox="1"/>
          <p:nvPr/>
        </p:nvSpPr>
        <p:spPr>
          <a:xfrm>
            <a:off x="502986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857" name="Rectangle 1856"/>
          <p:cNvSpPr/>
          <p:nvPr/>
        </p:nvSpPr>
        <p:spPr>
          <a:xfrm>
            <a:off x="5383117" y="4353672"/>
            <a:ext cx="335249" cy="222040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TextBox 1857"/>
          <p:cNvSpPr txBox="1"/>
          <p:nvPr/>
        </p:nvSpPr>
        <p:spPr>
          <a:xfrm>
            <a:off x="537711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859" name="TextBox 1858"/>
          <p:cNvSpPr txBox="1"/>
          <p:nvPr/>
        </p:nvSpPr>
        <p:spPr>
          <a:xfrm>
            <a:off x="537711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60" name="TextBox 1859"/>
          <p:cNvSpPr txBox="1"/>
          <p:nvPr/>
        </p:nvSpPr>
        <p:spPr>
          <a:xfrm>
            <a:off x="202880" y="45817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861" name="Rectangle 1860"/>
          <p:cNvSpPr/>
          <p:nvPr/>
        </p:nvSpPr>
        <p:spPr>
          <a:xfrm>
            <a:off x="868880" y="4587712"/>
            <a:ext cx="335249" cy="222040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TextBox 1861"/>
          <p:cNvSpPr txBox="1"/>
          <p:nvPr/>
        </p:nvSpPr>
        <p:spPr>
          <a:xfrm>
            <a:off x="86288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4.3M</a:t>
            </a:r>
          </a:p>
        </p:txBody>
      </p:sp>
      <p:sp>
        <p:nvSpPr>
          <p:cNvPr id="1863" name="TextBox 1862"/>
          <p:cNvSpPr txBox="1"/>
          <p:nvPr/>
        </p:nvSpPr>
        <p:spPr>
          <a:xfrm>
            <a:off x="86288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864" name="Rectangle 1863"/>
          <p:cNvSpPr/>
          <p:nvPr/>
        </p:nvSpPr>
        <p:spPr>
          <a:xfrm>
            <a:off x="1216129" y="4587712"/>
            <a:ext cx="335249" cy="222040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TextBox 1864"/>
          <p:cNvSpPr txBox="1"/>
          <p:nvPr/>
        </p:nvSpPr>
        <p:spPr>
          <a:xfrm>
            <a:off x="121012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866" name="TextBox 1865"/>
          <p:cNvSpPr txBox="1"/>
          <p:nvPr/>
        </p:nvSpPr>
        <p:spPr>
          <a:xfrm>
            <a:off x="121012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867" name="Rectangle 1866"/>
          <p:cNvSpPr/>
          <p:nvPr/>
        </p:nvSpPr>
        <p:spPr>
          <a:xfrm>
            <a:off x="1563378" y="4587712"/>
            <a:ext cx="335249" cy="222040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TextBox 1867"/>
          <p:cNvSpPr txBox="1"/>
          <p:nvPr/>
        </p:nvSpPr>
        <p:spPr>
          <a:xfrm>
            <a:off x="155737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11.8M</a:t>
            </a:r>
          </a:p>
        </p:txBody>
      </p:sp>
      <p:sp>
        <p:nvSpPr>
          <p:cNvPr id="1869" name="TextBox 1868"/>
          <p:cNvSpPr txBox="1"/>
          <p:nvPr/>
        </p:nvSpPr>
        <p:spPr>
          <a:xfrm>
            <a:off x="155737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870" name="Rectangle 1869"/>
          <p:cNvSpPr/>
          <p:nvPr/>
        </p:nvSpPr>
        <p:spPr>
          <a:xfrm>
            <a:off x="1910627" y="4587712"/>
            <a:ext cx="335249" cy="222040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TextBox 1870"/>
          <p:cNvSpPr txBox="1"/>
          <p:nvPr/>
        </p:nvSpPr>
        <p:spPr>
          <a:xfrm>
            <a:off x="190462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3.1M</a:t>
            </a:r>
          </a:p>
        </p:txBody>
      </p:sp>
      <p:sp>
        <p:nvSpPr>
          <p:cNvPr id="1872" name="TextBox 1871"/>
          <p:cNvSpPr txBox="1"/>
          <p:nvPr/>
        </p:nvSpPr>
        <p:spPr>
          <a:xfrm>
            <a:off x="190462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873" name="Rectangle 1872"/>
          <p:cNvSpPr/>
          <p:nvPr/>
        </p:nvSpPr>
        <p:spPr>
          <a:xfrm>
            <a:off x="2257876" y="4587712"/>
            <a:ext cx="335249" cy="222040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4" name="TextBox 1873"/>
          <p:cNvSpPr txBox="1"/>
          <p:nvPr/>
        </p:nvSpPr>
        <p:spPr>
          <a:xfrm>
            <a:off x="2251876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1.9M</a:t>
            </a:r>
          </a:p>
        </p:txBody>
      </p:sp>
      <p:sp>
        <p:nvSpPr>
          <p:cNvPr id="1875" name="TextBox 1874"/>
          <p:cNvSpPr txBox="1"/>
          <p:nvPr/>
        </p:nvSpPr>
        <p:spPr>
          <a:xfrm>
            <a:off x="2251876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876" name="Rectangle 1875"/>
          <p:cNvSpPr/>
          <p:nvPr/>
        </p:nvSpPr>
        <p:spPr>
          <a:xfrm>
            <a:off x="2605125" y="4587712"/>
            <a:ext cx="335249" cy="222040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7" name="TextBox 1876"/>
          <p:cNvSpPr txBox="1"/>
          <p:nvPr/>
        </p:nvSpPr>
        <p:spPr>
          <a:xfrm>
            <a:off x="2599125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3.3M</a:t>
            </a:r>
          </a:p>
        </p:txBody>
      </p:sp>
      <p:sp>
        <p:nvSpPr>
          <p:cNvPr id="1878" name="TextBox 1877"/>
          <p:cNvSpPr txBox="1"/>
          <p:nvPr/>
        </p:nvSpPr>
        <p:spPr>
          <a:xfrm>
            <a:off x="2599125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5件</a:t>
            </a:r>
          </a:p>
        </p:txBody>
      </p:sp>
      <p:sp>
        <p:nvSpPr>
          <p:cNvPr id="1879" name="Rectangle 1878"/>
          <p:cNvSpPr/>
          <p:nvPr/>
        </p:nvSpPr>
        <p:spPr>
          <a:xfrm>
            <a:off x="2952374" y="4587712"/>
            <a:ext cx="335249" cy="222040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0" name="TextBox 1879"/>
          <p:cNvSpPr txBox="1"/>
          <p:nvPr/>
        </p:nvSpPr>
        <p:spPr>
          <a:xfrm>
            <a:off x="2946374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2.3M</a:t>
            </a:r>
          </a:p>
        </p:txBody>
      </p:sp>
      <p:sp>
        <p:nvSpPr>
          <p:cNvPr id="1881" name="TextBox 1880"/>
          <p:cNvSpPr txBox="1"/>
          <p:nvPr/>
        </p:nvSpPr>
        <p:spPr>
          <a:xfrm>
            <a:off x="2946374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882" name="Rectangle 1881"/>
          <p:cNvSpPr/>
          <p:nvPr/>
        </p:nvSpPr>
        <p:spPr>
          <a:xfrm>
            <a:off x="3299623" y="4587712"/>
            <a:ext cx="335249" cy="222040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3" name="TextBox 1882"/>
          <p:cNvSpPr txBox="1"/>
          <p:nvPr/>
        </p:nvSpPr>
        <p:spPr>
          <a:xfrm>
            <a:off x="3293623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14.1M</a:t>
            </a:r>
          </a:p>
        </p:txBody>
      </p:sp>
      <p:sp>
        <p:nvSpPr>
          <p:cNvPr id="1884" name="TextBox 1883"/>
          <p:cNvSpPr txBox="1"/>
          <p:nvPr/>
        </p:nvSpPr>
        <p:spPr>
          <a:xfrm>
            <a:off x="3293623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885" name="Rectangle 1884"/>
          <p:cNvSpPr/>
          <p:nvPr/>
        </p:nvSpPr>
        <p:spPr>
          <a:xfrm>
            <a:off x="3646872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6" name="TextBox 1885"/>
          <p:cNvSpPr txBox="1"/>
          <p:nvPr/>
        </p:nvSpPr>
        <p:spPr>
          <a:xfrm>
            <a:off x="3640872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887" name="TextBox 1886"/>
          <p:cNvSpPr txBox="1"/>
          <p:nvPr/>
        </p:nvSpPr>
        <p:spPr>
          <a:xfrm>
            <a:off x="3640872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888" name="Rectangle 1887"/>
          <p:cNvSpPr/>
          <p:nvPr/>
        </p:nvSpPr>
        <p:spPr>
          <a:xfrm>
            <a:off x="3994121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9" name="TextBox 1888"/>
          <p:cNvSpPr txBox="1"/>
          <p:nvPr/>
        </p:nvSpPr>
        <p:spPr>
          <a:xfrm>
            <a:off x="3988121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890" name="TextBox 1889"/>
          <p:cNvSpPr txBox="1"/>
          <p:nvPr/>
        </p:nvSpPr>
        <p:spPr>
          <a:xfrm>
            <a:off x="3988121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891" name="Rectangle 1890"/>
          <p:cNvSpPr/>
          <p:nvPr/>
        </p:nvSpPr>
        <p:spPr>
          <a:xfrm>
            <a:off x="4341370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2" name="TextBox 1891"/>
          <p:cNvSpPr txBox="1"/>
          <p:nvPr/>
        </p:nvSpPr>
        <p:spPr>
          <a:xfrm>
            <a:off x="433537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893" name="TextBox 1892"/>
          <p:cNvSpPr txBox="1"/>
          <p:nvPr/>
        </p:nvSpPr>
        <p:spPr>
          <a:xfrm>
            <a:off x="433537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894" name="Rectangle 1893"/>
          <p:cNvSpPr/>
          <p:nvPr/>
        </p:nvSpPr>
        <p:spPr>
          <a:xfrm>
            <a:off x="4688619" y="4587712"/>
            <a:ext cx="335249" cy="222040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5" name="TextBox 1894"/>
          <p:cNvSpPr txBox="1"/>
          <p:nvPr/>
        </p:nvSpPr>
        <p:spPr>
          <a:xfrm>
            <a:off x="468261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2.8M</a:t>
            </a:r>
          </a:p>
        </p:txBody>
      </p:sp>
      <p:sp>
        <p:nvSpPr>
          <p:cNvPr id="1896" name="TextBox 1895"/>
          <p:cNvSpPr txBox="1"/>
          <p:nvPr/>
        </p:nvSpPr>
        <p:spPr>
          <a:xfrm>
            <a:off x="468261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6件</a:t>
            </a:r>
          </a:p>
        </p:txBody>
      </p:sp>
      <p:sp>
        <p:nvSpPr>
          <p:cNvPr id="1897" name="Rectangle 1896"/>
          <p:cNvSpPr/>
          <p:nvPr/>
        </p:nvSpPr>
        <p:spPr>
          <a:xfrm>
            <a:off x="5035868" y="4587712"/>
            <a:ext cx="335249" cy="222040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8" name="TextBox 1897"/>
          <p:cNvSpPr txBox="1"/>
          <p:nvPr/>
        </p:nvSpPr>
        <p:spPr>
          <a:xfrm>
            <a:off x="502986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0.3M</a:t>
            </a:r>
          </a:p>
        </p:txBody>
      </p:sp>
      <p:sp>
        <p:nvSpPr>
          <p:cNvPr id="1899" name="TextBox 1898"/>
          <p:cNvSpPr txBox="1"/>
          <p:nvPr/>
        </p:nvSpPr>
        <p:spPr>
          <a:xfrm>
            <a:off x="502986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900" name="Rectangle 1899"/>
          <p:cNvSpPr/>
          <p:nvPr/>
        </p:nvSpPr>
        <p:spPr>
          <a:xfrm>
            <a:off x="5383117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1" name="TextBox 1900"/>
          <p:cNvSpPr txBox="1"/>
          <p:nvPr/>
        </p:nvSpPr>
        <p:spPr>
          <a:xfrm>
            <a:off x="537711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902" name="TextBox 1901"/>
          <p:cNvSpPr txBox="1"/>
          <p:nvPr/>
        </p:nvSpPr>
        <p:spPr>
          <a:xfrm>
            <a:off x="537711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903" name="TextBox 1902"/>
          <p:cNvSpPr txBox="1"/>
          <p:nvPr/>
        </p:nvSpPr>
        <p:spPr>
          <a:xfrm>
            <a:off x="202880" y="48157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904" name="Rectangle 1903"/>
          <p:cNvSpPr/>
          <p:nvPr/>
        </p:nvSpPr>
        <p:spPr>
          <a:xfrm>
            <a:off x="868880" y="4821752"/>
            <a:ext cx="335249" cy="222040"/>
          </a:xfrm>
          <a:prstGeom prst="rect">
            <a:avLst/>
          </a:prstGeom>
          <a:solidFill>
            <a:srgbClr val="E67E22">
              <a:alpha val="344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TextBox 1904"/>
          <p:cNvSpPr txBox="1"/>
          <p:nvPr/>
        </p:nvSpPr>
        <p:spPr>
          <a:xfrm>
            <a:off x="86288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1.2M</a:t>
            </a:r>
          </a:p>
        </p:txBody>
      </p:sp>
      <p:sp>
        <p:nvSpPr>
          <p:cNvPr id="1906" name="TextBox 1905"/>
          <p:cNvSpPr txBox="1"/>
          <p:nvPr/>
        </p:nvSpPr>
        <p:spPr>
          <a:xfrm>
            <a:off x="86288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907" name="Rectangle 1906"/>
          <p:cNvSpPr/>
          <p:nvPr/>
        </p:nvSpPr>
        <p:spPr>
          <a:xfrm>
            <a:off x="1216129" y="4821752"/>
            <a:ext cx="335249" cy="222040"/>
          </a:xfrm>
          <a:prstGeom prst="rect">
            <a:avLst/>
          </a:prstGeom>
          <a:solidFill>
            <a:srgbClr val="E67E22">
              <a:alpha val="456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TextBox 1907"/>
          <p:cNvSpPr txBox="1"/>
          <p:nvPr/>
        </p:nvSpPr>
        <p:spPr>
          <a:xfrm>
            <a:off x="121012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2.7M</a:t>
            </a:r>
          </a:p>
        </p:txBody>
      </p:sp>
      <p:sp>
        <p:nvSpPr>
          <p:cNvPr id="1909" name="TextBox 1908"/>
          <p:cNvSpPr txBox="1"/>
          <p:nvPr/>
        </p:nvSpPr>
        <p:spPr>
          <a:xfrm>
            <a:off x="121012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910" name="Rectangle 1909"/>
          <p:cNvSpPr/>
          <p:nvPr/>
        </p:nvSpPr>
        <p:spPr>
          <a:xfrm>
            <a:off x="1563378" y="4821752"/>
            <a:ext cx="335249" cy="222040"/>
          </a:xfrm>
          <a:prstGeom prst="rect">
            <a:avLst/>
          </a:prstGeom>
          <a:solidFill>
            <a:srgbClr val="E67E22">
              <a:alpha val="5009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TextBox 1910"/>
          <p:cNvSpPr txBox="1"/>
          <p:nvPr/>
        </p:nvSpPr>
        <p:spPr>
          <a:xfrm>
            <a:off x="155737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912" name="TextBox 1911"/>
          <p:cNvSpPr txBox="1"/>
          <p:nvPr/>
        </p:nvSpPr>
        <p:spPr>
          <a:xfrm>
            <a:off x="155737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913" name="Rectangle 1912"/>
          <p:cNvSpPr/>
          <p:nvPr/>
        </p:nvSpPr>
        <p:spPr>
          <a:xfrm>
            <a:off x="1910627" y="4821752"/>
            <a:ext cx="335249" cy="222040"/>
          </a:xfrm>
          <a:prstGeom prst="rect">
            <a:avLst/>
          </a:prstGeom>
          <a:solidFill>
            <a:srgbClr val="E67E22">
              <a:alpha val="496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4" name="TextBox 1913"/>
          <p:cNvSpPr txBox="1"/>
          <p:nvPr/>
        </p:nvSpPr>
        <p:spPr>
          <a:xfrm>
            <a:off x="190462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915" name="TextBox 1914"/>
          <p:cNvSpPr txBox="1"/>
          <p:nvPr/>
        </p:nvSpPr>
        <p:spPr>
          <a:xfrm>
            <a:off x="190462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916" name="Rectangle 1915"/>
          <p:cNvSpPr/>
          <p:nvPr/>
        </p:nvSpPr>
        <p:spPr>
          <a:xfrm>
            <a:off x="2257876" y="4821752"/>
            <a:ext cx="335249" cy="222040"/>
          </a:xfrm>
          <a:prstGeom prst="rect">
            <a:avLst/>
          </a:prstGeom>
          <a:solidFill>
            <a:srgbClr val="E67E22">
              <a:alpha val="48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7" name="TextBox 1916"/>
          <p:cNvSpPr txBox="1"/>
          <p:nvPr/>
        </p:nvSpPr>
        <p:spPr>
          <a:xfrm>
            <a:off x="225187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3.2M</a:t>
            </a:r>
          </a:p>
        </p:txBody>
      </p:sp>
      <p:sp>
        <p:nvSpPr>
          <p:cNvPr id="1918" name="TextBox 1917"/>
          <p:cNvSpPr txBox="1"/>
          <p:nvPr/>
        </p:nvSpPr>
        <p:spPr>
          <a:xfrm>
            <a:off x="225187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919" name="Rectangle 1918"/>
          <p:cNvSpPr/>
          <p:nvPr/>
        </p:nvSpPr>
        <p:spPr>
          <a:xfrm>
            <a:off x="2605125" y="4821752"/>
            <a:ext cx="335249" cy="222040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0" name="TextBox 1919"/>
          <p:cNvSpPr txBox="1"/>
          <p:nvPr/>
        </p:nvSpPr>
        <p:spPr>
          <a:xfrm>
            <a:off x="2599125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921" name="TextBox 1920"/>
          <p:cNvSpPr txBox="1"/>
          <p:nvPr/>
        </p:nvSpPr>
        <p:spPr>
          <a:xfrm>
            <a:off x="2599125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922" name="Rectangle 1921"/>
          <p:cNvSpPr/>
          <p:nvPr/>
        </p:nvSpPr>
        <p:spPr>
          <a:xfrm>
            <a:off x="2952374" y="4821752"/>
            <a:ext cx="335249" cy="222040"/>
          </a:xfrm>
          <a:prstGeom prst="rect">
            <a:avLst/>
          </a:prstGeom>
          <a:solidFill>
            <a:srgbClr val="E67E22">
              <a:alpha val="444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3" name="TextBox 1922"/>
          <p:cNvSpPr txBox="1"/>
          <p:nvPr/>
        </p:nvSpPr>
        <p:spPr>
          <a:xfrm>
            <a:off x="2946374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924" name="TextBox 1923"/>
          <p:cNvSpPr txBox="1"/>
          <p:nvPr/>
        </p:nvSpPr>
        <p:spPr>
          <a:xfrm>
            <a:off x="2946374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925" name="Rectangle 1924"/>
          <p:cNvSpPr/>
          <p:nvPr/>
        </p:nvSpPr>
        <p:spPr>
          <a:xfrm>
            <a:off x="3299623" y="4821752"/>
            <a:ext cx="335249" cy="222040"/>
          </a:xfrm>
          <a:prstGeom prst="rect">
            <a:avLst/>
          </a:prstGeom>
          <a:solidFill>
            <a:srgbClr val="E67E22">
              <a:alpha val="67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6" name="TextBox 1925"/>
          <p:cNvSpPr txBox="1"/>
          <p:nvPr/>
        </p:nvSpPr>
        <p:spPr>
          <a:xfrm>
            <a:off x="3293623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927" name="TextBox 1926"/>
          <p:cNvSpPr txBox="1"/>
          <p:nvPr/>
        </p:nvSpPr>
        <p:spPr>
          <a:xfrm>
            <a:off x="3293623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928" name="Rectangle 1927"/>
          <p:cNvSpPr/>
          <p:nvPr/>
        </p:nvSpPr>
        <p:spPr>
          <a:xfrm>
            <a:off x="3646872" y="4821752"/>
            <a:ext cx="335249" cy="222040"/>
          </a:xfrm>
          <a:prstGeom prst="rect">
            <a:avLst/>
          </a:prstGeom>
          <a:solidFill>
            <a:srgbClr val="E67E22">
              <a:alpha val="33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9" name="TextBox 1928"/>
          <p:cNvSpPr txBox="1"/>
          <p:nvPr/>
        </p:nvSpPr>
        <p:spPr>
          <a:xfrm>
            <a:off x="3640872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930" name="TextBox 1929"/>
          <p:cNvSpPr txBox="1"/>
          <p:nvPr/>
        </p:nvSpPr>
        <p:spPr>
          <a:xfrm>
            <a:off x="3640872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931" name="Rectangle 1930"/>
          <p:cNvSpPr/>
          <p:nvPr/>
        </p:nvSpPr>
        <p:spPr>
          <a:xfrm>
            <a:off x="3994121" y="4821752"/>
            <a:ext cx="335249" cy="222040"/>
          </a:xfrm>
          <a:prstGeom prst="rect">
            <a:avLst/>
          </a:prstGeom>
          <a:solidFill>
            <a:srgbClr val="E67E22">
              <a:alpha val="54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2" name="TextBox 1931"/>
          <p:cNvSpPr txBox="1"/>
          <p:nvPr/>
        </p:nvSpPr>
        <p:spPr>
          <a:xfrm>
            <a:off x="3988121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3.9M</a:t>
            </a:r>
          </a:p>
        </p:txBody>
      </p:sp>
      <p:sp>
        <p:nvSpPr>
          <p:cNvPr id="1933" name="TextBox 1932"/>
          <p:cNvSpPr txBox="1"/>
          <p:nvPr/>
        </p:nvSpPr>
        <p:spPr>
          <a:xfrm>
            <a:off x="3988121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934" name="Rectangle 1933"/>
          <p:cNvSpPr/>
          <p:nvPr/>
        </p:nvSpPr>
        <p:spPr>
          <a:xfrm>
            <a:off x="4341370" y="4821752"/>
            <a:ext cx="335249" cy="222040"/>
          </a:xfrm>
          <a:prstGeom prst="rect">
            <a:avLst/>
          </a:prstGeom>
          <a:solidFill>
            <a:srgbClr val="E67E22">
              <a:alpha val="449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5" name="TextBox 1934"/>
          <p:cNvSpPr txBox="1"/>
          <p:nvPr/>
        </p:nvSpPr>
        <p:spPr>
          <a:xfrm>
            <a:off x="433537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936" name="TextBox 1935"/>
          <p:cNvSpPr txBox="1"/>
          <p:nvPr/>
        </p:nvSpPr>
        <p:spPr>
          <a:xfrm>
            <a:off x="433537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937" name="Rectangle 1936"/>
          <p:cNvSpPr/>
          <p:nvPr/>
        </p:nvSpPr>
        <p:spPr>
          <a:xfrm>
            <a:off x="4688619" y="4821752"/>
            <a:ext cx="335249" cy="222040"/>
          </a:xfrm>
          <a:prstGeom prst="rect">
            <a:avLst/>
          </a:prstGeom>
          <a:solidFill>
            <a:srgbClr val="E67E22">
              <a:alpha val="9139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8" name="TextBox 1937"/>
          <p:cNvSpPr txBox="1"/>
          <p:nvPr/>
        </p:nvSpPr>
        <p:spPr>
          <a:xfrm>
            <a:off x="468261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8.8M</a:t>
            </a:r>
          </a:p>
        </p:txBody>
      </p:sp>
      <p:sp>
        <p:nvSpPr>
          <p:cNvPr id="1939" name="TextBox 1938"/>
          <p:cNvSpPr txBox="1"/>
          <p:nvPr/>
        </p:nvSpPr>
        <p:spPr>
          <a:xfrm>
            <a:off x="468261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940" name="Rectangle 1939"/>
          <p:cNvSpPr/>
          <p:nvPr/>
        </p:nvSpPr>
        <p:spPr>
          <a:xfrm>
            <a:off x="5035868" y="4821752"/>
            <a:ext cx="335249" cy="222040"/>
          </a:xfrm>
          <a:prstGeom prst="rect">
            <a:avLst/>
          </a:prstGeom>
          <a:solidFill>
            <a:srgbClr val="E67E22">
              <a:alpha val="477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1" name="TextBox 1940"/>
          <p:cNvSpPr txBox="1"/>
          <p:nvPr/>
        </p:nvSpPr>
        <p:spPr>
          <a:xfrm>
            <a:off x="502986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942" name="TextBox 1941"/>
          <p:cNvSpPr txBox="1"/>
          <p:nvPr/>
        </p:nvSpPr>
        <p:spPr>
          <a:xfrm>
            <a:off x="502986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943" name="Rectangle 1942"/>
          <p:cNvSpPr/>
          <p:nvPr/>
        </p:nvSpPr>
        <p:spPr>
          <a:xfrm>
            <a:off x="5383117" y="4821752"/>
            <a:ext cx="335249" cy="222040"/>
          </a:xfrm>
          <a:prstGeom prst="rect">
            <a:avLst/>
          </a:prstGeom>
          <a:solidFill>
            <a:srgbClr val="E67E22">
              <a:alpha val="474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4" name="TextBox 1943"/>
          <p:cNvSpPr txBox="1"/>
          <p:nvPr/>
        </p:nvSpPr>
        <p:spPr>
          <a:xfrm>
            <a:off x="537711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945" name="TextBox 1944"/>
          <p:cNvSpPr txBox="1"/>
          <p:nvPr/>
        </p:nvSpPr>
        <p:spPr>
          <a:xfrm>
            <a:off x="537711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946" name="Rectangle 1945"/>
          <p:cNvSpPr/>
          <p:nvPr/>
        </p:nvSpPr>
        <p:spPr>
          <a:xfrm>
            <a:off x="5730366" y="4821752"/>
            <a:ext cx="335249" cy="222040"/>
          </a:xfrm>
          <a:prstGeom prst="rect">
            <a:avLst/>
          </a:prstGeom>
          <a:solidFill>
            <a:srgbClr val="E67E22">
              <a:alpha val="37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7" name="TextBox 1946"/>
          <p:cNvSpPr txBox="1"/>
          <p:nvPr/>
        </p:nvSpPr>
        <p:spPr>
          <a:xfrm>
            <a:off x="572436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1.6M</a:t>
            </a:r>
          </a:p>
        </p:txBody>
      </p:sp>
      <p:sp>
        <p:nvSpPr>
          <p:cNvPr id="1948" name="TextBox 1947"/>
          <p:cNvSpPr txBox="1"/>
          <p:nvPr/>
        </p:nvSpPr>
        <p:spPr>
          <a:xfrm>
            <a:off x="572436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949" name="TextBox 1948"/>
          <p:cNvSpPr txBox="1"/>
          <p:nvPr/>
        </p:nvSpPr>
        <p:spPr>
          <a:xfrm>
            <a:off x="202880" y="504979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950" name="Rectangle 1949"/>
          <p:cNvSpPr/>
          <p:nvPr/>
        </p:nvSpPr>
        <p:spPr>
          <a:xfrm>
            <a:off x="868880" y="5055792"/>
            <a:ext cx="335249" cy="222040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1" name="TextBox 1950"/>
          <p:cNvSpPr txBox="1"/>
          <p:nvPr/>
        </p:nvSpPr>
        <p:spPr>
          <a:xfrm>
            <a:off x="86288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952" name="TextBox 1951"/>
          <p:cNvSpPr txBox="1"/>
          <p:nvPr/>
        </p:nvSpPr>
        <p:spPr>
          <a:xfrm>
            <a:off x="86288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953" name="Rectangle 1952"/>
          <p:cNvSpPr/>
          <p:nvPr/>
        </p:nvSpPr>
        <p:spPr>
          <a:xfrm>
            <a:off x="1216129" y="5055792"/>
            <a:ext cx="335249" cy="222040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4" name="TextBox 1953"/>
          <p:cNvSpPr txBox="1"/>
          <p:nvPr/>
        </p:nvSpPr>
        <p:spPr>
          <a:xfrm>
            <a:off x="121012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12.4M</a:t>
            </a:r>
          </a:p>
        </p:txBody>
      </p:sp>
      <p:sp>
        <p:nvSpPr>
          <p:cNvPr id="1955" name="TextBox 1954"/>
          <p:cNvSpPr txBox="1"/>
          <p:nvPr/>
        </p:nvSpPr>
        <p:spPr>
          <a:xfrm>
            <a:off x="121012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956" name="Rectangle 1955"/>
          <p:cNvSpPr/>
          <p:nvPr/>
        </p:nvSpPr>
        <p:spPr>
          <a:xfrm>
            <a:off x="1563378" y="5055792"/>
            <a:ext cx="335249" cy="222040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7" name="TextBox 1956"/>
          <p:cNvSpPr txBox="1"/>
          <p:nvPr/>
        </p:nvSpPr>
        <p:spPr>
          <a:xfrm>
            <a:off x="155737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4.6M</a:t>
            </a:r>
          </a:p>
        </p:txBody>
      </p:sp>
      <p:sp>
        <p:nvSpPr>
          <p:cNvPr id="1958" name="TextBox 1957"/>
          <p:cNvSpPr txBox="1"/>
          <p:nvPr/>
        </p:nvSpPr>
        <p:spPr>
          <a:xfrm>
            <a:off x="155737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12件</a:t>
            </a:r>
          </a:p>
        </p:txBody>
      </p:sp>
      <p:sp>
        <p:nvSpPr>
          <p:cNvPr id="1959" name="Rectangle 1958"/>
          <p:cNvSpPr/>
          <p:nvPr/>
        </p:nvSpPr>
        <p:spPr>
          <a:xfrm>
            <a:off x="1910627" y="5055792"/>
            <a:ext cx="335249" cy="222040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0" name="TextBox 1959"/>
          <p:cNvSpPr txBox="1"/>
          <p:nvPr/>
        </p:nvSpPr>
        <p:spPr>
          <a:xfrm>
            <a:off x="190462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961" name="TextBox 1960"/>
          <p:cNvSpPr txBox="1"/>
          <p:nvPr/>
        </p:nvSpPr>
        <p:spPr>
          <a:xfrm>
            <a:off x="190462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962" name="Rectangle 1961"/>
          <p:cNvSpPr/>
          <p:nvPr/>
        </p:nvSpPr>
        <p:spPr>
          <a:xfrm>
            <a:off x="2257876" y="5055792"/>
            <a:ext cx="335249" cy="222040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3" name="TextBox 1962"/>
          <p:cNvSpPr txBox="1"/>
          <p:nvPr/>
        </p:nvSpPr>
        <p:spPr>
          <a:xfrm>
            <a:off x="225187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1.1M</a:t>
            </a:r>
          </a:p>
        </p:txBody>
      </p:sp>
      <p:sp>
        <p:nvSpPr>
          <p:cNvPr id="1964" name="TextBox 1963"/>
          <p:cNvSpPr txBox="1"/>
          <p:nvPr/>
        </p:nvSpPr>
        <p:spPr>
          <a:xfrm>
            <a:off x="225187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965" name="Rectangle 1964"/>
          <p:cNvSpPr/>
          <p:nvPr/>
        </p:nvSpPr>
        <p:spPr>
          <a:xfrm>
            <a:off x="2605125" y="5055792"/>
            <a:ext cx="335249" cy="222040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6" name="TextBox 1965"/>
          <p:cNvSpPr txBox="1"/>
          <p:nvPr/>
        </p:nvSpPr>
        <p:spPr>
          <a:xfrm>
            <a:off x="2599125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0.7M</a:t>
            </a:r>
          </a:p>
        </p:txBody>
      </p:sp>
      <p:sp>
        <p:nvSpPr>
          <p:cNvPr id="1967" name="TextBox 1966"/>
          <p:cNvSpPr txBox="1"/>
          <p:nvPr/>
        </p:nvSpPr>
        <p:spPr>
          <a:xfrm>
            <a:off x="2599125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968" name="Rectangle 1967"/>
          <p:cNvSpPr/>
          <p:nvPr/>
        </p:nvSpPr>
        <p:spPr>
          <a:xfrm>
            <a:off x="2952374" y="5055792"/>
            <a:ext cx="335249" cy="222040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9" name="TextBox 1968"/>
          <p:cNvSpPr txBox="1"/>
          <p:nvPr/>
        </p:nvSpPr>
        <p:spPr>
          <a:xfrm>
            <a:off x="2946374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970" name="TextBox 1969"/>
          <p:cNvSpPr txBox="1"/>
          <p:nvPr/>
        </p:nvSpPr>
        <p:spPr>
          <a:xfrm>
            <a:off x="2946374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971" name="Rectangle 1970"/>
          <p:cNvSpPr/>
          <p:nvPr/>
        </p:nvSpPr>
        <p:spPr>
          <a:xfrm>
            <a:off x="3299623" y="5055792"/>
            <a:ext cx="335249" cy="222040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2" name="TextBox 1971"/>
          <p:cNvSpPr txBox="1"/>
          <p:nvPr/>
        </p:nvSpPr>
        <p:spPr>
          <a:xfrm>
            <a:off x="3293623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2.5M</a:t>
            </a:r>
          </a:p>
        </p:txBody>
      </p:sp>
      <p:sp>
        <p:nvSpPr>
          <p:cNvPr id="1973" name="TextBox 1972"/>
          <p:cNvSpPr txBox="1"/>
          <p:nvPr/>
        </p:nvSpPr>
        <p:spPr>
          <a:xfrm>
            <a:off x="3293623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8件</a:t>
            </a:r>
          </a:p>
        </p:txBody>
      </p:sp>
      <p:sp>
        <p:nvSpPr>
          <p:cNvPr id="1974" name="Rectangle 1973"/>
          <p:cNvSpPr/>
          <p:nvPr/>
        </p:nvSpPr>
        <p:spPr>
          <a:xfrm>
            <a:off x="3646872" y="5055792"/>
            <a:ext cx="335249" cy="222040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5" name="TextBox 1974"/>
          <p:cNvSpPr txBox="1"/>
          <p:nvPr/>
        </p:nvSpPr>
        <p:spPr>
          <a:xfrm>
            <a:off x="3640872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976" name="TextBox 1975"/>
          <p:cNvSpPr txBox="1"/>
          <p:nvPr/>
        </p:nvSpPr>
        <p:spPr>
          <a:xfrm>
            <a:off x="3640872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7件</a:t>
            </a:r>
          </a:p>
        </p:txBody>
      </p:sp>
      <p:sp>
        <p:nvSpPr>
          <p:cNvPr id="1977" name="Rectangle 1976"/>
          <p:cNvSpPr/>
          <p:nvPr/>
        </p:nvSpPr>
        <p:spPr>
          <a:xfrm>
            <a:off x="3994121" y="5055792"/>
            <a:ext cx="335249" cy="222040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8" name="TextBox 1977"/>
          <p:cNvSpPr txBox="1"/>
          <p:nvPr/>
        </p:nvSpPr>
        <p:spPr>
          <a:xfrm>
            <a:off x="3988121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979" name="TextBox 1978"/>
          <p:cNvSpPr txBox="1"/>
          <p:nvPr/>
        </p:nvSpPr>
        <p:spPr>
          <a:xfrm>
            <a:off x="3988121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980" name="Rectangle 1979"/>
          <p:cNvSpPr/>
          <p:nvPr/>
        </p:nvSpPr>
        <p:spPr>
          <a:xfrm>
            <a:off x="4341370" y="5055792"/>
            <a:ext cx="335249" cy="222040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1" name="TextBox 1980"/>
          <p:cNvSpPr txBox="1"/>
          <p:nvPr/>
        </p:nvSpPr>
        <p:spPr>
          <a:xfrm>
            <a:off x="433537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982" name="TextBox 1981"/>
          <p:cNvSpPr txBox="1"/>
          <p:nvPr/>
        </p:nvSpPr>
        <p:spPr>
          <a:xfrm>
            <a:off x="433537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983" name="Rectangle 1982"/>
          <p:cNvSpPr/>
          <p:nvPr/>
        </p:nvSpPr>
        <p:spPr>
          <a:xfrm>
            <a:off x="4688619" y="5055792"/>
            <a:ext cx="335249" cy="222040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4" name="TextBox 1983"/>
          <p:cNvSpPr txBox="1"/>
          <p:nvPr/>
        </p:nvSpPr>
        <p:spPr>
          <a:xfrm>
            <a:off x="468261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985" name="TextBox 1984"/>
          <p:cNvSpPr txBox="1"/>
          <p:nvPr/>
        </p:nvSpPr>
        <p:spPr>
          <a:xfrm>
            <a:off x="468261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986" name="Rectangle 1985"/>
          <p:cNvSpPr/>
          <p:nvPr/>
        </p:nvSpPr>
        <p:spPr>
          <a:xfrm>
            <a:off x="5035868" y="5055792"/>
            <a:ext cx="335249" cy="222040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7" name="TextBox 1986"/>
          <p:cNvSpPr txBox="1"/>
          <p:nvPr/>
        </p:nvSpPr>
        <p:spPr>
          <a:xfrm>
            <a:off x="502986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5.7M</a:t>
            </a:r>
          </a:p>
        </p:txBody>
      </p:sp>
      <p:sp>
        <p:nvSpPr>
          <p:cNvPr id="1988" name="TextBox 1987"/>
          <p:cNvSpPr txBox="1"/>
          <p:nvPr/>
        </p:nvSpPr>
        <p:spPr>
          <a:xfrm>
            <a:off x="502986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989" name="Rectangle 1988"/>
          <p:cNvSpPr/>
          <p:nvPr/>
        </p:nvSpPr>
        <p:spPr>
          <a:xfrm>
            <a:off x="5383117" y="5055792"/>
            <a:ext cx="335249" cy="222040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0" name="TextBox 1989"/>
          <p:cNvSpPr txBox="1"/>
          <p:nvPr/>
        </p:nvSpPr>
        <p:spPr>
          <a:xfrm>
            <a:off x="537711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991" name="TextBox 1990"/>
          <p:cNvSpPr txBox="1"/>
          <p:nvPr/>
        </p:nvSpPr>
        <p:spPr>
          <a:xfrm>
            <a:off x="537711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992" name="Rectangle 1991"/>
          <p:cNvSpPr/>
          <p:nvPr/>
        </p:nvSpPr>
        <p:spPr>
          <a:xfrm>
            <a:off x="5730366" y="5055792"/>
            <a:ext cx="335249" cy="222040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3" name="TextBox 1992"/>
          <p:cNvSpPr txBox="1"/>
          <p:nvPr/>
        </p:nvSpPr>
        <p:spPr>
          <a:xfrm>
            <a:off x="572436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4.1M</a:t>
            </a:r>
          </a:p>
        </p:txBody>
      </p:sp>
      <p:sp>
        <p:nvSpPr>
          <p:cNvPr id="1994" name="TextBox 1993"/>
          <p:cNvSpPr txBox="1"/>
          <p:nvPr/>
        </p:nvSpPr>
        <p:spPr>
          <a:xfrm>
            <a:off x="572436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995" name="TextBox 1994"/>
          <p:cNvSpPr txBox="1"/>
          <p:nvPr/>
        </p:nvSpPr>
        <p:spPr>
          <a:xfrm>
            <a:off x="202880" y="52838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996" name="Rectangle 1995"/>
          <p:cNvSpPr/>
          <p:nvPr/>
        </p:nvSpPr>
        <p:spPr>
          <a:xfrm>
            <a:off x="1216129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7" name="TextBox 1996"/>
          <p:cNvSpPr txBox="1"/>
          <p:nvPr/>
        </p:nvSpPr>
        <p:spPr>
          <a:xfrm>
            <a:off x="1210129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998" name="TextBox 1997"/>
          <p:cNvSpPr txBox="1"/>
          <p:nvPr/>
        </p:nvSpPr>
        <p:spPr>
          <a:xfrm>
            <a:off x="1210129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999" name="Rectangle 1998"/>
          <p:cNvSpPr/>
          <p:nvPr/>
        </p:nvSpPr>
        <p:spPr>
          <a:xfrm>
            <a:off x="1563378" y="5289832"/>
            <a:ext cx="335249" cy="222040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0" name="TextBox 1999"/>
          <p:cNvSpPr txBox="1"/>
          <p:nvPr/>
        </p:nvSpPr>
        <p:spPr>
          <a:xfrm>
            <a:off x="155737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2001" name="TextBox 2000"/>
          <p:cNvSpPr txBox="1"/>
          <p:nvPr/>
        </p:nvSpPr>
        <p:spPr>
          <a:xfrm>
            <a:off x="155737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002" name="Rectangle 2001"/>
          <p:cNvSpPr/>
          <p:nvPr/>
        </p:nvSpPr>
        <p:spPr>
          <a:xfrm>
            <a:off x="2257876" y="5289832"/>
            <a:ext cx="335249" cy="222040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3" name="TextBox 2002"/>
          <p:cNvSpPr txBox="1"/>
          <p:nvPr/>
        </p:nvSpPr>
        <p:spPr>
          <a:xfrm>
            <a:off x="225187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004" name="TextBox 2003"/>
          <p:cNvSpPr txBox="1"/>
          <p:nvPr/>
        </p:nvSpPr>
        <p:spPr>
          <a:xfrm>
            <a:off x="225187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005" name="Rectangle 2004"/>
          <p:cNvSpPr/>
          <p:nvPr/>
        </p:nvSpPr>
        <p:spPr>
          <a:xfrm>
            <a:off x="2605125" y="5289832"/>
            <a:ext cx="335249" cy="222040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6" name="TextBox 2005"/>
          <p:cNvSpPr txBox="1"/>
          <p:nvPr/>
        </p:nvSpPr>
        <p:spPr>
          <a:xfrm>
            <a:off x="2599125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2007" name="TextBox 2006"/>
          <p:cNvSpPr txBox="1"/>
          <p:nvPr/>
        </p:nvSpPr>
        <p:spPr>
          <a:xfrm>
            <a:off x="2599125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008" name="Rectangle 2007"/>
          <p:cNvSpPr/>
          <p:nvPr/>
        </p:nvSpPr>
        <p:spPr>
          <a:xfrm>
            <a:off x="3299623" y="5289832"/>
            <a:ext cx="335249" cy="222040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9" name="TextBox 2008"/>
          <p:cNvSpPr txBox="1"/>
          <p:nvPr/>
        </p:nvSpPr>
        <p:spPr>
          <a:xfrm>
            <a:off x="3293623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010" name="TextBox 2009"/>
          <p:cNvSpPr txBox="1"/>
          <p:nvPr/>
        </p:nvSpPr>
        <p:spPr>
          <a:xfrm>
            <a:off x="3293623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011" name="Rectangle 2010"/>
          <p:cNvSpPr/>
          <p:nvPr/>
        </p:nvSpPr>
        <p:spPr>
          <a:xfrm>
            <a:off x="5035868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2" name="TextBox 2011"/>
          <p:cNvSpPr txBox="1"/>
          <p:nvPr/>
        </p:nvSpPr>
        <p:spPr>
          <a:xfrm>
            <a:off x="502986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2013" name="TextBox 2012"/>
          <p:cNvSpPr txBox="1"/>
          <p:nvPr/>
        </p:nvSpPr>
        <p:spPr>
          <a:xfrm>
            <a:off x="502986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014" name="Rectangle 2013"/>
          <p:cNvSpPr/>
          <p:nvPr/>
        </p:nvSpPr>
        <p:spPr>
          <a:xfrm>
            <a:off x="5730366" y="5289832"/>
            <a:ext cx="335249" cy="222040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5" name="TextBox 2014"/>
          <p:cNvSpPr txBox="1"/>
          <p:nvPr/>
        </p:nvSpPr>
        <p:spPr>
          <a:xfrm>
            <a:off x="572436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0.2M</a:t>
            </a:r>
          </a:p>
        </p:txBody>
      </p:sp>
      <p:sp>
        <p:nvSpPr>
          <p:cNvPr id="2016" name="TextBox 2015"/>
          <p:cNvSpPr txBox="1"/>
          <p:nvPr/>
        </p:nvSpPr>
        <p:spPr>
          <a:xfrm>
            <a:off x="572436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2017" name="TextBox 2016"/>
          <p:cNvSpPr txBox="1"/>
          <p:nvPr/>
        </p:nvSpPr>
        <p:spPr>
          <a:xfrm>
            <a:off x="202880" y="55178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2018" name="Rectangle 2017"/>
          <p:cNvSpPr/>
          <p:nvPr/>
        </p:nvSpPr>
        <p:spPr>
          <a:xfrm>
            <a:off x="2605125" y="5523872"/>
            <a:ext cx="335249" cy="222040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9" name="TextBox 2018"/>
          <p:cNvSpPr txBox="1"/>
          <p:nvPr/>
        </p:nvSpPr>
        <p:spPr>
          <a:xfrm>
            <a:off x="2599125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2020" name="TextBox 2019"/>
          <p:cNvSpPr txBox="1"/>
          <p:nvPr/>
        </p:nvSpPr>
        <p:spPr>
          <a:xfrm>
            <a:off x="2599125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2021" name="Rectangle 2020"/>
          <p:cNvSpPr/>
          <p:nvPr/>
        </p:nvSpPr>
        <p:spPr>
          <a:xfrm>
            <a:off x="2952374" y="5523872"/>
            <a:ext cx="335249" cy="222040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2" name="TextBox 2021"/>
          <p:cNvSpPr txBox="1"/>
          <p:nvPr/>
        </p:nvSpPr>
        <p:spPr>
          <a:xfrm>
            <a:off x="2946374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2023" name="TextBox 2022"/>
          <p:cNvSpPr txBox="1"/>
          <p:nvPr/>
        </p:nvSpPr>
        <p:spPr>
          <a:xfrm>
            <a:off x="2946374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2024" name="Rectangle 2023"/>
          <p:cNvSpPr/>
          <p:nvPr/>
        </p:nvSpPr>
        <p:spPr>
          <a:xfrm>
            <a:off x="3299623" y="5523872"/>
            <a:ext cx="335249" cy="222040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5" name="TextBox 2024"/>
          <p:cNvSpPr txBox="1"/>
          <p:nvPr/>
        </p:nvSpPr>
        <p:spPr>
          <a:xfrm>
            <a:off x="3293623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2026" name="TextBox 2025"/>
          <p:cNvSpPr txBox="1"/>
          <p:nvPr/>
        </p:nvSpPr>
        <p:spPr>
          <a:xfrm>
            <a:off x="3293623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027" name="TextBox 2026"/>
          <p:cNvSpPr txBox="1"/>
          <p:nvPr/>
        </p:nvSpPr>
        <p:spPr>
          <a:xfrm>
            <a:off x="202880" y="57519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2028" name="Rectangle 2027"/>
          <p:cNvSpPr/>
          <p:nvPr/>
        </p:nvSpPr>
        <p:spPr>
          <a:xfrm>
            <a:off x="868880" y="5757912"/>
            <a:ext cx="335249" cy="222040"/>
          </a:xfrm>
          <a:prstGeom prst="rect">
            <a:avLst/>
          </a:prstGeom>
          <a:solidFill>
            <a:srgbClr val="C0392B">
              <a:alpha val="319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9" name="TextBox 2028"/>
          <p:cNvSpPr txBox="1"/>
          <p:nvPr/>
        </p:nvSpPr>
        <p:spPr>
          <a:xfrm>
            <a:off x="86288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030" name="TextBox 2029"/>
          <p:cNvSpPr txBox="1"/>
          <p:nvPr/>
        </p:nvSpPr>
        <p:spPr>
          <a:xfrm>
            <a:off x="86288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031" name="Rectangle 2030"/>
          <p:cNvSpPr/>
          <p:nvPr/>
        </p:nvSpPr>
        <p:spPr>
          <a:xfrm>
            <a:off x="1216129" y="5757912"/>
            <a:ext cx="335249" cy="222040"/>
          </a:xfrm>
          <a:prstGeom prst="rect">
            <a:avLst/>
          </a:prstGeom>
          <a:solidFill>
            <a:srgbClr val="C0392B">
              <a:alpha val="326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2" name="TextBox 2031"/>
          <p:cNvSpPr txBox="1"/>
          <p:nvPr/>
        </p:nvSpPr>
        <p:spPr>
          <a:xfrm>
            <a:off x="121012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033" name="TextBox 2032"/>
          <p:cNvSpPr txBox="1"/>
          <p:nvPr/>
        </p:nvSpPr>
        <p:spPr>
          <a:xfrm>
            <a:off x="121012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034" name="Rectangle 2033"/>
          <p:cNvSpPr/>
          <p:nvPr/>
        </p:nvSpPr>
        <p:spPr>
          <a:xfrm>
            <a:off x="1563378" y="5757912"/>
            <a:ext cx="335249" cy="222040"/>
          </a:xfrm>
          <a:prstGeom prst="rect">
            <a:avLst/>
          </a:prstGeom>
          <a:solidFill>
            <a:srgbClr val="C0392B">
              <a:alpha val="261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5" name="TextBox 2034"/>
          <p:cNvSpPr txBox="1"/>
          <p:nvPr/>
        </p:nvSpPr>
        <p:spPr>
          <a:xfrm>
            <a:off x="155737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2036" name="TextBox 2035"/>
          <p:cNvSpPr txBox="1"/>
          <p:nvPr/>
        </p:nvSpPr>
        <p:spPr>
          <a:xfrm>
            <a:off x="155737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2件</a:t>
            </a:r>
          </a:p>
        </p:txBody>
      </p:sp>
      <p:sp>
        <p:nvSpPr>
          <p:cNvPr id="2037" name="Rectangle 2036"/>
          <p:cNvSpPr/>
          <p:nvPr/>
        </p:nvSpPr>
        <p:spPr>
          <a:xfrm>
            <a:off x="1910627" y="5757912"/>
            <a:ext cx="335249" cy="222040"/>
          </a:xfrm>
          <a:prstGeom prst="rect">
            <a:avLst/>
          </a:prstGeom>
          <a:solidFill>
            <a:srgbClr val="C0392B">
              <a:alpha val="531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8" name="TextBox 2037"/>
          <p:cNvSpPr txBox="1"/>
          <p:nvPr/>
        </p:nvSpPr>
        <p:spPr>
          <a:xfrm>
            <a:off x="190462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2039" name="TextBox 2038"/>
          <p:cNvSpPr txBox="1"/>
          <p:nvPr/>
        </p:nvSpPr>
        <p:spPr>
          <a:xfrm>
            <a:off x="190462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2040" name="Rectangle 2039"/>
          <p:cNvSpPr/>
          <p:nvPr/>
        </p:nvSpPr>
        <p:spPr>
          <a:xfrm>
            <a:off x="2257876" y="5757912"/>
            <a:ext cx="335249" cy="222040"/>
          </a:xfrm>
          <a:prstGeom prst="rect">
            <a:avLst/>
          </a:prstGeom>
          <a:solidFill>
            <a:srgbClr val="C0392B">
              <a:alpha val="41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1" name="TextBox 2040"/>
          <p:cNvSpPr txBox="1"/>
          <p:nvPr/>
        </p:nvSpPr>
        <p:spPr>
          <a:xfrm>
            <a:off x="225187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0.8M</a:t>
            </a:r>
          </a:p>
        </p:txBody>
      </p:sp>
      <p:sp>
        <p:nvSpPr>
          <p:cNvPr id="2042" name="TextBox 2041"/>
          <p:cNvSpPr txBox="1"/>
          <p:nvPr/>
        </p:nvSpPr>
        <p:spPr>
          <a:xfrm>
            <a:off x="225187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2043" name="Rectangle 2042"/>
          <p:cNvSpPr/>
          <p:nvPr/>
        </p:nvSpPr>
        <p:spPr>
          <a:xfrm>
            <a:off x="2605125" y="5757912"/>
            <a:ext cx="335249" cy="222040"/>
          </a:xfrm>
          <a:prstGeom prst="rect">
            <a:avLst/>
          </a:prstGeom>
          <a:solidFill>
            <a:srgbClr val="C0392B">
              <a:alpha val="316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" name="TextBox 2043"/>
          <p:cNvSpPr txBox="1"/>
          <p:nvPr/>
        </p:nvSpPr>
        <p:spPr>
          <a:xfrm>
            <a:off x="2599125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0.3M</a:t>
            </a:r>
          </a:p>
        </p:txBody>
      </p:sp>
      <p:sp>
        <p:nvSpPr>
          <p:cNvPr id="2045" name="TextBox 2044"/>
          <p:cNvSpPr txBox="1"/>
          <p:nvPr/>
        </p:nvSpPr>
        <p:spPr>
          <a:xfrm>
            <a:off x="2599125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046" name="Rectangle 2045"/>
          <p:cNvSpPr/>
          <p:nvPr/>
        </p:nvSpPr>
        <p:spPr>
          <a:xfrm>
            <a:off x="2952374" y="5757912"/>
            <a:ext cx="335249" cy="222040"/>
          </a:xfrm>
          <a:prstGeom prst="rect">
            <a:avLst/>
          </a:prstGeom>
          <a:solidFill>
            <a:srgbClr val="C0392B">
              <a:alpha val="503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7" name="TextBox 2046"/>
          <p:cNvSpPr txBox="1"/>
          <p:nvPr/>
        </p:nvSpPr>
        <p:spPr>
          <a:xfrm>
            <a:off x="2946374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2048" name="TextBox 2047"/>
          <p:cNvSpPr txBox="1"/>
          <p:nvPr/>
        </p:nvSpPr>
        <p:spPr>
          <a:xfrm>
            <a:off x="2946374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2049" name="Rectangle 2048"/>
          <p:cNvSpPr/>
          <p:nvPr/>
        </p:nvSpPr>
        <p:spPr>
          <a:xfrm>
            <a:off x="3299623" y="5757912"/>
            <a:ext cx="335249" cy="222040"/>
          </a:xfrm>
          <a:prstGeom prst="rect">
            <a:avLst/>
          </a:prstGeom>
          <a:solidFill>
            <a:srgbClr val="C0392B">
              <a:alpha val="557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0" name="TextBox 2049"/>
          <p:cNvSpPr txBox="1"/>
          <p:nvPr/>
        </p:nvSpPr>
        <p:spPr>
          <a:xfrm>
            <a:off x="3293623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1.6M</a:t>
            </a:r>
          </a:p>
        </p:txBody>
      </p:sp>
      <p:sp>
        <p:nvSpPr>
          <p:cNvPr id="2051" name="TextBox 2050"/>
          <p:cNvSpPr txBox="1"/>
          <p:nvPr/>
        </p:nvSpPr>
        <p:spPr>
          <a:xfrm>
            <a:off x="3293623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2052" name="Rectangle 2051"/>
          <p:cNvSpPr/>
          <p:nvPr/>
        </p:nvSpPr>
        <p:spPr>
          <a:xfrm>
            <a:off x="3646872" y="5757912"/>
            <a:ext cx="335249" cy="222040"/>
          </a:xfrm>
          <a:prstGeom prst="rect">
            <a:avLst/>
          </a:prstGeom>
          <a:solidFill>
            <a:srgbClr val="C0392B">
              <a:alpha val="70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3" name="TextBox 2052"/>
          <p:cNvSpPr txBox="1"/>
          <p:nvPr/>
        </p:nvSpPr>
        <p:spPr>
          <a:xfrm>
            <a:off x="3640872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2054" name="TextBox 2053"/>
          <p:cNvSpPr txBox="1"/>
          <p:nvPr/>
        </p:nvSpPr>
        <p:spPr>
          <a:xfrm>
            <a:off x="3640872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2055" name="Rectangle 2054"/>
          <p:cNvSpPr/>
          <p:nvPr/>
        </p:nvSpPr>
        <p:spPr>
          <a:xfrm>
            <a:off x="3994121" y="5757912"/>
            <a:ext cx="335249" cy="222040"/>
          </a:xfrm>
          <a:prstGeom prst="rect">
            <a:avLst/>
          </a:prstGeom>
          <a:solidFill>
            <a:srgbClr val="C0392B">
              <a:alpha val="5285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6" name="TextBox 2055"/>
          <p:cNvSpPr txBox="1"/>
          <p:nvPr/>
        </p:nvSpPr>
        <p:spPr>
          <a:xfrm>
            <a:off x="3988121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2057" name="TextBox 2056"/>
          <p:cNvSpPr txBox="1"/>
          <p:nvPr/>
        </p:nvSpPr>
        <p:spPr>
          <a:xfrm>
            <a:off x="3988121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058" name="Rectangle 2057"/>
          <p:cNvSpPr/>
          <p:nvPr/>
        </p:nvSpPr>
        <p:spPr>
          <a:xfrm>
            <a:off x="4341370" y="5757912"/>
            <a:ext cx="335249" cy="222040"/>
          </a:xfrm>
          <a:prstGeom prst="rect">
            <a:avLst/>
          </a:prstGeom>
          <a:solidFill>
            <a:srgbClr val="C0392B">
              <a:alpha val="26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9" name="TextBox 2058"/>
          <p:cNvSpPr txBox="1"/>
          <p:nvPr/>
        </p:nvSpPr>
        <p:spPr>
          <a:xfrm>
            <a:off x="433537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2060" name="TextBox 2059"/>
          <p:cNvSpPr txBox="1"/>
          <p:nvPr/>
        </p:nvSpPr>
        <p:spPr>
          <a:xfrm>
            <a:off x="433537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061" name="Rectangle 2060"/>
          <p:cNvSpPr/>
          <p:nvPr/>
        </p:nvSpPr>
        <p:spPr>
          <a:xfrm>
            <a:off x="4688619" y="5757912"/>
            <a:ext cx="335249" cy="222040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2" name="TextBox 2061"/>
          <p:cNvSpPr txBox="1"/>
          <p:nvPr/>
        </p:nvSpPr>
        <p:spPr>
          <a:xfrm>
            <a:off x="468261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3.8M</a:t>
            </a:r>
          </a:p>
        </p:txBody>
      </p:sp>
      <p:sp>
        <p:nvSpPr>
          <p:cNvPr id="2063" name="TextBox 2062"/>
          <p:cNvSpPr txBox="1"/>
          <p:nvPr/>
        </p:nvSpPr>
        <p:spPr>
          <a:xfrm>
            <a:off x="468261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2064" name="Rectangle 2063"/>
          <p:cNvSpPr/>
          <p:nvPr/>
        </p:nvSpPr>
        <p:spPr>
          <a:xfrm>
            <a:off x="5035868" y="5757912"/>
            <a:ext cx="335249" cy="222040"/>
          </a:xfrm>
          <a:prstGeom prst="rect">
            <a:avLst/>
          </a:prstGeom>
          <a:solidFill>
            <a:srgbClr val="C0392B">
              <a:alpha val="484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5" name="TextBox 2064"/>
          <p:cNvSpPr txBox="1"/>
          <p:nvPr/>
        </p:nvSpPr>
        <p:spPr>
          <a:xfrm>
            <a:off x="502986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2066" name="TextBox 2065"/>
          <p:cNvSpPr txBox="1"/>
          <p:nvPr/>
        </p:nvSpPr>
        <p:spPr>
          <a:xfrm>
            <a:off x="502986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067" name="Rectangle 2066"/>
          <p:cNvSpPr/>
          <p:nvPr/>
        </p:nvSpPr>
        <p:spPr>
          <a:xfrm>
            <a:off x="5383117" y="5757912"/>
            <a:ext cx="335249" cy="222040"/>
          </a:xfrm>
          <a:prstGeom prst="rect">
            <a:avLst/>
          </a:prstGeom>
          <a:solidFill>
            <a:srgbClr val="C0392B">
              <a:alpha val="717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8" name="TextBox 2067"/>
          <p:cNvSpPr txBox="1"/>
          <p:nvPr/>
        </p:nvSpPr>
        <p:spPr>
          <a:xfrm>
            <a:off x="537711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2.4M</a:t>
            </a:r>
          </a:p>
        </p:txBody>
      </p:sp>
      <p:sp>
        <p:nvSpPr>
          <p:cNvPr id="2069" name="TextBox 2068"/>
          <p:cNvSpPr txBox="1"/>
          <p:nvPr/>
        </p:nvSpPr>
        <p:spPr>
          <a:xfrm>
            <a:off x="537711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2070" name="Rectangle 2069"/>
          <p:cNvSpPr/>
          <p:nvPr/>
        </p:nvSpPr>
        <p:spPr>
          <a:xfrm>
            <a:off x="5730366" y="5757912"/>
            <a:ext cx="335249" cy="222040"/>
          </a:xfrm>
          <a:prstGeom prst="rect">
            <a:avLst/>
          </a:prstGeom>
          <a:solidFill>
            <a:srgbClr val="C0392B">
              <a:alpha val="337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1" name="TextBox 2070"/>
          <p:cNvSpPr txBox="1"/>
          <p:nvPr/>
        </p:nvSpPr>
        <p:spPr>
          <a:xfrm>
            <a:off x="572436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072" name="TextBox 2071"/>
          <p:cNvSpPr txBox="1"/>
          <p:nvPr/>
        </p:nvSpPr>
        <p:spPr>
          <a:xfrm>
            <a:off x="572436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2073" name="TextBox 2072"/>
          <p:cNvSpPr txBox="1"/>
          <p:nvPr/>
        </p:nvSpPr>
        <p:spPr>
          <a:xfrm>
            <a:off x="202880" y="59859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2074" name="Rectangle 2073"/>
          <p:cNvSpPr/>
          <p:nvPr/>
        </p:nvSpPr>
        <p:spPr>
          <a:xfrm>
            <a:off x="86888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5" name="TextBox 2074"/>
          <p:cNvSpPr txBox="1"/>
          <p:nvPr/>
        </p:nvSpPr>
        <p:spPr>
          <a:xfrm>
            <a:off x="86288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12.4M</a:t>
            </a:r>
          </a:p>
        </p:txBody>
      </p:sp>
      <p:sp>
        <p:nvSpPr>
          <p:cNvPr id="2076" name="TextBox 2075"/>
          <p:cNvSpPr txBox="1"/>
          <p:nvPr/>
        </p:nvSpPr>
        <p:spPr>
          <a:xfrm>
            <a:off x="86288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24件</a:t>
            </a:r>
          </a:p>
        </p:txBody>
      </p:sp>
      <p:sp>
        <p:nvSpPr>
          <p:cNvPr id="2077" name="Rectangle 2076"/>
          <p:cNvSpPr/>
          <p:nvPr/>
        </p:nvSpPr>
        <p:spPr>
          <a:xfrm>
            <a:off x="121612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8" name="TextBox 2077"/>
          <p:cNvSpPr txBox="1"/>
          <p:nvPr/>
        </p:nvSpPr>
        <p:spPr>
          <a:xfrm>
            <a:off x="121012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24.3M</a:t>
            </a:r>
          </a:p>
        </p:txBody>
      </p:sp>
      <p:sp>
        <p:nvSpPr>
          <p:cNvPr id="2079" name="TextBox 2078"/>
          <p:cNvSpPr txBox="1"/>
          <p:nvPr/>
        </p:nvSpPr>
        <p:spPr>
          <a:xfrm>
            <a:off x="121012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59件</a:t>
            </a:r>
          </a:p>
        </p:txBody>
      </p:sp>
      <p:sp>
        <p:nvSpPr>
          <p:cNvPr id="2080" name="Rectangle 2079"/>
          <p:cNvSpPr/>
          <p:nvPr/>
        </p:nvSpPr>
        <p:spPr>
          <a:xfrm>
            <a:off x="156337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1" name="TextBox 2080"/>
          <p:cNvSpPr txBox="1"/>
          <p:nvPr/>
        </p:nvSpPr>
        <p:spPr>
          <a:xfrm>
            <a:off x="155737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24.6M</a:t>
            </a:r>
          </a:p>
        </p:txBody>
      </p:sp>
      <p:sp>
        <p:nvSpPr>
          <p:cNvPr id="2082" name="TextBox 2081"/>
          <p:cNvSpPr txBox="1"/>
          <p:nvPr/>
        </p:nvSpPr>
        <p:spPr>
          <a:xfrm>
            <a:off x="155737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2083" name="Rectangle 2082"/>
          <p:cNvSpPr/>
          <p:nvPr/>
        </p:nvSpPr>
        <p:spPr>
          <a:xfrm>
            <a:off x="191062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4" name="TextBox 2083"/>
          <p:cNvSpPr txBox="1"/>
          <p:nvPr/>
        </p:nvSpPr>
        <p:spPr>
          <a:xfrm>
            <a:off x="190462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23.5M</a:t>
            </a:r>
          </a:p>
        </p:txBody>
      </p:sp>
      <p:sp>
        <p:nvSpPr>
          <p:cNvPr id="2085" name="TextBox 2084"/>
          <p:cNvSpPr txBox="1"/>
          <p:nvPr/>
        </p:nvSpPr>
        <p:spPr>
          <a:xfrm>
            <a:off x="190462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2086" name="Rectangle 2085"/>
          <p:cNvSpPr/>
          <p:nvPr/>
        </p:nvSpPr>
        <p:spPr>
          <a:xfrm>
            <a:off x="225787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7" name="TextBox 2086"/>
          <p:cNvSpPr txBox="1"/>
          <p:nvPr/>
        </p:nvSpPr>
        <p:spPr>
          <a:xfrm>
            <a:off x="225187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8.4M</a:t>
            </a:r>
          </a:p>
        </p:txBody>
      </p:sp>
      <p:sp>
        <p:nvSpPr>
          <p:cNvPr id="2088" name="TextBox 2087"/>
          <p:cNvSpPr txBox="1"/>
          <p:nvPr/>
        </p:nvSpPr>
        <p:spPr>
          <a:xfrm>
            <a:off x="225187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2089" name="Rectangle 2088"/>
          <p:cNvSpPr/>
          <p:nvPr/>
        </p:nvSpPr>
        <p:spPr>
          <a:xfrm>
            <a:off x="2605125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0" name="TextBox 2089"/>
          <p:cNvSpPr txBox="1"/>
          <p:nvPr/>
        </p:nvSpPr>
        <p:spPr>
          <a:xfrm>
            <a:off x="2599125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15.9M</a:t>
            </a:r>
          </a:p>
        </p:txBody>
      </p:sp>
      <p:sp>
        <p:nvSpPr>
          <p:cNvPr id="2091" name="TextBox 2090"/>
          <p:cNvSpPr txBox="1"/>
          <p:nvPr/>
        </p:nvSpPr>
        <p:spPr>
          <a:xfrm>
            <a:off x="2599125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2092" name="Rectangle 2091"/>
          <p:cNvSpPr/>
          <p:nvPr/>
        </p:nvSpPr>
        <p:spPr>
          <a:xfrm>
            <a:off x="2952374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3" name="TextBox 2092"/>
          <p:cNvSpPr txBox="1"/>
          <p:nvPr/>
        </p:nvSpPr>
        <p:spPr>
          <a:xfrm>
            <a:off x="2946374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20.4M</a:t>
            </a:r>
          </a:p>
        </p:txBody>
      </p:sp>
      <p:sp>
        <p:nvSpPr>
          <p:cNvPr id="2094" name="TextBox 2093"/>
          <p:cNvSpPr txBox="1"/>
          <p:nvPr/>
        </p:nvSpPr>
        <p:spPr>
          <a:xfrm>
            <a:off x="2946374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46件</a:t>
            </a:r>
          </a:p>
        </p:txBody>
      </p:sp>
      <p:sp>
        <p:nvSpPr>
          <p:cNvPr id="2095" name="Rectangle 2094"/>
          <p:cNvSpPr/>
          <p:nvPr/>
        </p:nvSpPr>
        <p:spPr>
          <a:xfrm>
            <a:off x="3299623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6" name="TextBox 2095"/>
          <p:cNvSpPr txBox="1"/>
          <p:nvPr/>
        </p:nvSpPr>
        <p:spPr>
          <a:xfrm>
            <a:off x="3293623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28.1M</a:t>
            </a:r>
          </a:p>
        </p:txBody>
      </p:sp>
      <p:sp>
        <p:nvSpPr>
          <p:cNvPr id="2097" name="TextBox 2096"/>
          <p:cNvSpPr txBox="1"/>
          <p:nvPr/>
        </p:nvSpPr>
        <p:spPr>
          <a:xfrm>
            <a:off x="3293623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2098" name="Rectangle 2097"/>
          <p:cNvSpPr/>
          <p:nvPr/>
        </p:nvSpPr>
        <p:spPr>
          <a:xfrm>
            <a:off x="3646872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9" name="TextBox 2098"/>
          <p:cNvSpPr txBox="1"/>
          <p:nvPr/>
        </p:nvSpPr>
        <p:spPr>
          <a:xfrm>
            <a:off x="3640872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12.5M</a:t>
            </a:r>
          </a:p>
        </p:txBody>
      </p:sp>
      <p:sp>
        <p:nvSpPr>
          <p:cNvPr id="2100" name="TextBox 2099"/>
          <p:cNvSpPr txBox="1"/>
          <p:nvPr/>
        </p:nvSpPr>
        <p:spPr>
          <a:xfrm>
            <a:off x="3640872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2101" name="Rectangle 2100"/>
          <p:cNvSpPr/>
          <p:nvPr/>
        </p:nvSpPr>
        <p:spPr>
          <a:xfrm>
            <a:off x="3994121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2" name="TextBox 2101"/>
          <p:cNvSpPr txBox="1"/>
          <p:nvPr/>
        </p:nvSpPr>
        <p:spPr>
          <a:xfrm>
            <a:off x="3988121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12.0M</a:t>
            </a:r>
          </a:p>
        </p:txBody>
      </p:sp>
      <p:sp>
        <p:nvSpPr>
          <p:cNvPr id="2103" name="TextBox 2102"/>
          <p:cNvSpPr txBox="1"/>
          <p:nvPr/>
        </p:nvSpPr>
        <p:spPr>
          <a:xfrm>
            <a:off x="3988121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2104" name="Rectangle 2103"/>
          <p:cNvSpPr/>
          <p:nvPr/>
        </p:nvSpPr>
        <p:spPr>
          <a:xfrm>
            <a:off x="434137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" name="TextBox 2104"/>
          <p:cNvSpPr txBox="1"/>
          <p:nvPr/>
        </p:nvSpPr>
        <p:spPr>
          <a:xfrm>
            <a:off x="433537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15.4M</a:t>
            </a:r>
          </a:p>
        </p:txBody>
      </p:sp>
      <p:sp>
        <p:nvSpPr>
          <p:cNvPr id="2106" name="TextBox 2105"/>
          <p:cNvSpPr txBox="1"/>
          <p:nvPr/>
        </p:nvSpPr>
        <p:spPr>
          <a:xfrm>
            <a:off x="433537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2107" name="Rectangle 2106"/>
          <p:cNvSpPr/>
          <p:nvPr/>
        </p:nvSpPr>
        <p:spPr>
          <a:xfrm>
            <a:off x="468861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8" name="TextBox 2107"/>
          <p:cNvSpPr txBox="1"/>
          <p:nvPr/>
        </p:nvSpPr>
        <p:spPr>
          <a:xfrm>
            <a:off x="468261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19.3M</a:t>
            </a:r>
          </a:p>
        </p:txBody>
      </p:sp>
      <p:sp>
        <p:nvSpPr>
          <p:cNvPr id="2109" name="TextBox 2108"/>
          <p:cNvSpPr txBox="1"/>
          <p:nvPr/>
        </p:nvSpPr>
        <p:spPr>
          <a:xfrm>
            <a:off x="468261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50件</a:t>
            </a:r>
          </a:p>
        </p:txBody>
      </p:sp>
      <p:sp>
        <p:nvSpPr>
          <p:cNvPr id="2110" name="Rectangle 2109"/>
          <p:cNvSpPr/>
          <p:nvPr/>
        </p:nvSpPr>
        <p:spPr>
          <a:xfrm>
            <a:off x="503586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1" name="TextBox 2110"/>
          <p:cNvSpPr txBox="1"/>
          <p:nvPr/>
        </p:nvSpPr>
        <p:spPr>
          <a:xfrm>
            <a:off x="502986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11.2M</a:t>
            </a:r>
          </a:p>
        </p:txBody>
      </p:sp>
      <p:sp>
        <p:nvSpPr>
          <p:cNvPr id="2112" name="TextBox 2111"/>
          <p:cNvSpPr txBox="1"/>
          <p:nvPr/>
        </p:nvSpPr>
        <p:spPr>
          <a:xfrm>
            <a:off x="502986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2113" name="Rectangle 2112"/>
          <p:cNvSpPr/>
          <p:nvPr/>
        </p:nvSpPr>
        <p:spPr>
          <a:xfrm>
            <a:off x="538311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4" name="TextBox 2113"/>
          <p:cNvSpPr txBox="1"/>
          <p:nvPr/>
        </p:nvSpPr>
        <p:spPr>
          <a:xfrm>
            <a:off x="537711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17.6M</a:t>
            </a:r>
          </a:p>
        </p:txBody>
      </p:sp>
      <p:sp>
        <p:nvSpPr>
          <p:cNvPr id="2115" name="TextBox 2114"/>
          <p:cNvSpPr txBox="1"/>
          <p:nvPr/>
        </p:nvSpPr>
        <p:spPr>
          <a:xfrm>
            <a:off x="537711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2116" name="Rectangle 2115"/>
          <p:cNvSpPr/>
          <p:nvPr/>
        </p:nvSpPr>
        <p:spPr>
          <a:xfrm>
            <a:off x="573036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7" name="TextBox 2116"/>
          <p:cNvSpPr txBox="1"/>
          <p:nvPr/>
        </p:nvSpPr>
        <p:spPr>
          <a:xfrm>
            <a:off x="572436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6.9M</a:t>
            </a:r>
          </a:p>
        </p:txBody>
      </p:sp>
      <p:sp>
        <p:nvSpPr>
          <p:cNvPr id="2118" name="TextBox 2117"/>
          <p:cNvSpPr txBox="1"/>
          <p:nvPr/>
        </p:nvSpPr>
        <p:spPr>
          <a:xfrm>
            <a:off x="572436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74.5%，但模式迥异：姜通件均 APE≈36万 为「大单驱动型」；战略合作 119件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0.0M），件质量最高。姜通未批核量最大（37.3M），批核率 76%，需优先排查件质量问题。头部推荐人质量差异显著，需差异化对接策略。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53.2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29.6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8.93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212.18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576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52.97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139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14.70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36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279.84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751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8.19M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21件| 件均39.0W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5.54M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16件| 件均34.6W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5.72M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18件| 件均31.8W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1.86M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1.63M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2.00M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2.69M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1.97M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1.04M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796B"/>
                          </a:solidFill>
                        </a:rPr>
                        <a:t>1.14M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1.37M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EGA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850" b="1" dirty="0">
                          <a:solidFill>
                            <a:srgbClr val="1A1A2E"/>
                          </a:solidFill>
                        </a:rPr>
                        <a:t>德方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850" dirty="0">
                          <a:solidFill>
                            <a:schemeClr val="bg1"/>
                          </a:solidFill>
                        </a:rPr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8.19M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5.54M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10.05M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5.72M，签单 5.54M，预约 8.19M。签单前端尚在蓄力，预约 8.2M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18.13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24.64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45.59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49.21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19.56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3.51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236.72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668</a:t>
                      </a: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223.70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639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240.22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588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4020 万，环比 +90.9%，前端显著回暖。3 月签单 4343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2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3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4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5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6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7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8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9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0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1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2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3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4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5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16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17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18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19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0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1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2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3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4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5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26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27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28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29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0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1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1" name="Shape 19"/>
          <p:cNvSpPr/>
          <p:nvPr>
            <p:custDataLst>
              <p:tags r:id="rId41"/>
            </p:custDataLst>
          </p:nvPr>
        </p:nvSpPr>
        <p:spPr>
          <a:xfrm>
            <a:off x="11176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2"/>
            </p:custDataLst>
          </p:nvPr>
        </p:nvSpPr>
        <p:spPr>
          <a:xfrm>
            <a:off x="111760" y="1400000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43"/>
            </p:custDataLst>
          </p:nvPr>
        </p:nvSpPr>
        <p:spPr>
          <a:xfrm>
            <a:off x="2209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BK 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44"/>
            </p:custDataLst>
          </p:nvPr>
        </p:nvSpPr>
        <p:spPr>
          <a:xfrm>
            <a:off x="2209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45"/>
            </p:custDataLst>
          </p:nvPr>
        </p:nvSpPr>
        <p:spPr>
          <a:xfrm>
            <a:off x="2209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4件| 件均68.2W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46"/>
            </p:custDataLst>
          </p:nvPr>
        </p:nvSpPr>
        <p:spPr>
          <a:xfrm>
            <a:off x="2155825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47"/>
            </p:custDataLst>
          </p:nvPr>
        </p:nvSpPr>
        <p:spPr>
          <a:xfrm>
            <a:off x="2155825" y="1400000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48"/>
            </p:custDataLst>
          </p:nvPr>
        </p:nvSpPr>
        <p:spPr>
          <a:xfrm>
            <a:off x="22656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49"/>
            </p:custDataLst>
          </p:nvPr>
        </p:nvSpPr>
        <p:spPr>
          <a:xfrm>
            <a:off x="22656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50"/>
            </p:custDataLst>
          </p:nvPr>
        </p:nvSpPr>
        <p:spPr>
          <a:xfrm>
            <a:off x="22656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7件| 件均61.3W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51"/>
            </p:custDataLst>
          </p:nvPr>
        </p:nvSpPr>
        <p:spPr>
          <a:xfrm>
            <a:off x="422021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52"/>
            </p:custDataLst>
          </p:nvPr>
        </p:nvSpPr>
        <p:spPr>
          <a:xfrm>
            <a:off x="4220210" y="1400000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53"/>
            </p:custDataLst>
          </p:nvPr>
        </p:nvSpPr>
        <p:spPr>
          <a:xfrm>
            <a:off x="4330065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54"/>
            </p:custDataLst>
          </p:nvPr>
        </p:nvSpPr>
        <p:spPr>
          <a:xfrm>
            <a:off x="4330065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55"/>
            </p:custDataLst>
          </p:nvPr>
        </p:nvSpPr>
        <p:spPr>
          <a:xfrm>
            <a:off x="4330065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45" name="Shape 40"/>
          <p:cNvSpPr/>
          <p:nvPr/>
        </p:nvSpPr>
        <p:spPr>
          <a:xfrm>
            <a:off x="57150" y="2328890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2320000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56"/>
            </p:custDataLst>
          </p:nvPr>
        </p:nvGraphicFramePr>
        <p:xfrm>
          <a:off x="59055" y="2621625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sym typeface="+mn-ea"/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200000" y="1400000"/>
            <a:ext cx="5900000" cy="3500000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100000" y="5050000"/>
            <a:ext cx="1200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代理人业务分析仪表盘  Agent Business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430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71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代理人业务批核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71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72.2M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71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225件 | 件均32.1W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7614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76145" y="430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598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代理人业务未批核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598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15.4M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598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31件 | 件均49.8W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941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9410" y="430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924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代理人业务待签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24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0.39M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924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4件 | 件均9.8W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267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2675" y="430000"/>
            <a:ext cx="76200" cy="762000"/>
          </a:xfrm>
          <a:prstGeom prst="rect">
            <a:avLst/>
          </a:prstGeom>
          <a:solidFill>
            <a:srgbClr val="9B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51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代理人7月预约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51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B2335"/>
                </a:solidFill>
              </a:rPr>
              <a:t>6.57M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51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11件 | 件均59.8W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5594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5940" y="430000"/>
            <a:ext cx="76200" cy="762000"/>
          </a:xfrm>
          <a:prstGeom prst="rect">
            <a:avLst/>
          </a:prstGeom>
          <a:solidFill>
            <a:srgbClr val="6B2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577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代理人7月签单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577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B2737"/>
                </a:solidFill>
              </a:rPr>
              <a:t>6.81M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577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9件 | 件均75.6W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20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49205" y="430000"/>
            <a:ext cx="76200" cy="762000"/>
          </a:xfrm>
          <a:prstGeom prst="rect">
            <a:avLst/>
          </a:prstGeom>
          <a:solidFill>
            <a:srgbClr val="6C3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5904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代理人7月批核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904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C3483"/>
                </a:solidFill>
              </a:rPr>
              <a:t>1.88M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04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12件 | 件均15.7W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1272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71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W28预约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71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0.86M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71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2176145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6145" y="1272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85980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W28签单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5980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6.18M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5980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416941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69410" y="1272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7924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W28批核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924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0.51M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7924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100000" y="2154000"/>
            <a:ext cx="6000000" cy="27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0000" y="218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天领业务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100000" y="2424000"/>
          <a:ext cx="5999997" cy="3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4615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3313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1656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694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199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88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2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6445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191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1451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7936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223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100000" y="5984000"/>
            <a:ext cx="6000000" cy="27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0000" y="601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成事家办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100000" y="6254000"/>
          <a:ext cx="5999997" cy="1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8571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4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772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866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1272000"/>
            <a:ext cx="5832000" cy="300000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6280000" y="4352000"/>
            <a:ext cx="5832000" cy="30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60000" y="4382000"/>
            <a:ext cx="5732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代理人业务（天领+成事家办）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6280000" y="4662000"/>
          <a:ext cx="5832000" cy="21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118666"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4.00M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0.16M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0.86M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1.95M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0.35M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78">
                <a:tc>
                  <a:txBody>
                    <a:bodyPr wrap="square"/>
                    <a:lstStyle/>
                    <a:p>
                      <a:pPr algn="l"/>
                      <a:r>
                        <a:rPr b="1" sz="80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0.86M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6.18M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0.51M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KA业务分析仪表盘  |ICLUB + 合伙转介 + IFA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批核APE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24.9M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37件 | 件均67.2W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6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未批核APE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4.39M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1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8件 | 件均54.9W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0000" y="430000"/>
            <a:ext cx="1900000" cy="800000"/>
          </a:xfrm>
          <a:prstGeom prst="rect">
            <a:avLst/>
          </a:prstGeom>
          <a:noFill/>
          <a:ln w="30000">
            <a:solidFill>
              <a:srgbClr val="8B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0000" y="430000"/>
            <a:ext cx="30000" cy="800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7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待签APE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1A1A"/>
                </a:solidFill>
              </a:rPr>
              <a:t>0.00M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0件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000" y="1310000"/>
            <a:ext cx="5940000" cy="26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134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ICLUB业务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0000" y="1570000"/>
          <a:ext cx="5940000" cy="1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8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2040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2040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00000" y="2990000"/>
            <a:ext cx="5940000" cy="26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000" y="30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合伙转介业务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0000" y="3250000"/>
          <a:ext cx="5940000" cy="3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3333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7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447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439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886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100000" y="6490000"/>
            <a:ext cx="5940000" cy="260000"/>
          </a:xfrm>
          <a:prstGeom prst="rect">
            <a:avLst/>
          </a:prstGeom>
          <a:solidFill>
            <a:srgbClr val="5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000" y="65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IFA业务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0000" y="6750000"/>
          <a:ext cx="5940000" cy="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430000"/>
            <a:ext cx="5832000" cy="3000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80000" y="3550000"/>
            <a:ext cx="5832000" cy="29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0000" y="3580000"/>
            <a:ext cx="5732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KA业务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280000" y="3850000"/>
          <a:ext cx="5832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205714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0.02M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8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0.25M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