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111581"/>
            <a:ext cx="746125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966665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966665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149545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984953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984953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058105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984953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058105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984953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048961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566664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56666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74954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5849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5849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65810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5849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65810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5849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64896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66666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6666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54954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8495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84954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58106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84954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58106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84954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4896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499998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49999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68287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51828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518286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591438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518286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591438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518286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58229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33333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33333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016213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51621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51621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24773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51621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156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99999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99999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082879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918287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918287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91439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918287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91439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918287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82295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672551"/>
            <a:ext cx="839785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672551"/>
            <a:ext cx="38276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672551"/>
            <a:ext cx="1280160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672551"/>
            <a:ext cx="57607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9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637998"/>
            <a:ext cx="7461504" cy="27432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098627"/>
            <a:ext cx="7461504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43333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43333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61621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4516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45162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524772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45162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524772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451620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51562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0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0000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48288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182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229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5033331"/>
            <a:ext cx="1243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5216211"/>
            <a:ext cx="1243584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81%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5124771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18%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5115627"/>
            <a:ext cx="15000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5033331"/>
            <a:ext cx="36576" cy="347472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5033331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5033331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5033331"/>
            <a:ext cx="276386" cy="2743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106" name="T7110"/>
          <p:cNvSpPr/>
          <p:nvPr/>
        </p:nvSpPr>
        <p:spPr>
          <a:xfrm>
            <a:off x="3031168" y="179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zh-CN" sz="500" dirty="0"/>
          </a:p>
        </p:txBody>
      </p:sp>
      <p:sp>
        <p:nvSpPr>
          <p:cNvPr id="107" name="R7111"/>
          <p:cNvSpPr/>
          <p:nvPr/>
        </p:nvSpPr>
        <p:spPr>
          <a:xfrm>
            <a:off x="3421168" y="1622670"/>
            <a:ext cx="390000" cy="290000"/>
          </a:xfrm>
          <a:prstGeom prst="rect">
            <a:avLst/>
          </a:prstGeom>
          <a:solidFill>
            <a:srgbClr val="2980B9">
              <a:alpha val="188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4" name="R8092"/>
          <p:cNvSpPr/>
          <p:nvPr/>
        </p:nvSpPr>
        <p:spPr>
          <a:xfrm>
            <a:off x="6766941" y="1652134"/>
            <a:ext cx="390000" cy="290000"/>
          </a:xfrm>
          <a:prstGeom prst="rect">
            <a:avLst/>
          </a:prstGeom>
          <a:solidFill>
            <a:srgbClr val="2980B9">
              <a:alpha val="173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5" name="T8093"/>
          <p:cNvSpPr/>
          <p:nvPr/>
        </p:nvSpPr>
        <p:spPr>
          <a:xfrm>
            <a:off x="6766941" y="165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699" name="R6090"/>
          <p:cNvSpPr/>
          <p:nvPr/>
        </p:nvSpPr>
        <p:spPr>
          <a:xfrm>
            <a:off x="5339384" y="4441376"/>
            <a:ext cx="390000" cy="290000"/>
          </a:xfrm>
          <a:prstGeom prst="rect">
            <a:avLst/>
          </a:prstGeom>
          <a:solidFill>
            <a:srgbClr val="83B797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34" name="T6091"/>
          <p:cNvSpPr/>
          <p:nvPr/>
        </p:nvSpPr>
        <p:spPr>
          <a:xfrm>
            <a:off x="5345099" y="444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zh-CN" sz="570" dirty="0"/>
          </a:p>
        </p:txBody>
      </p:sp>
      <p:sp>
        <p:nvSpPr>
          <p:cNvPr id="741" name="T6098"/>
          <p:cNvSpPr/>
          <p:nvPr/>
        </p:nvSpPr>
        <p:spPr>
          <a:xfrm>
            <a:off x="1049384" y="473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30.9M</a:t>
            </a:r>
            <a:endParaRPr lang="zh-CN" sz="570" dirty="0"/>
          </a:p>
        </p:txBody>
      </p:sp>
      <p:sp>
        <p:nvSpPr>
          <p:cNvPr id="906" name="TextBox 905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7130480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841440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788100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9621920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0537020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11451490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130480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841440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8788100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9621920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10537020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11451490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7130480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841440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8788100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621920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10537020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1451490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39" name="TextBox 938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68" name="TextBox 967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9" name="Rectangle 968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TextBox 969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75" name="Rectangle 974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TextBox 975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78" name="Rectangle 977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TextBox 978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81" name="Rectangle 980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TextBox 981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91" name="Rectangle 990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97" name="Rectangle 996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99" name="TextBox 998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00" name="Rectangle 999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TextBox 1000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002" name="TextBox 1001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003" name="Rectangle 1002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TextBox 1003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006" name="Rectangle 1005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40" name="Rectangle 1039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43" name="Rectangle 1042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46" name="Rectangle 1045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49" name="Rectangle 1048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52" name="Rectangle 1051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80" name="Rectangle 1079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83" name="Rectangle 1082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86" name="Rectangle 1085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9" name="Rectangle 1088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92" name="Rectangle 1091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95" name="Rectangle 1094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98" name="Rectangle 1097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26" name="Rectangle 1125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29" name="Rectangle 1128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TextBox 1129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32" name="Rectangle 1131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35" name="Rectangle 1134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38" name="Rectangle 1137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TextBox 1138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41" name="Rectangle 1140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44" name="Rectangle 1143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48" name="Rectangle 1147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51" name="Rectangle 1150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54" name="Rectangle 1153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TextBox 1154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57" name="Rectangle 1156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60" name="Rectangle 1159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TextBox 1160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63" name="Rectangle 1162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220" name="Rectangle 1219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223" name="Rectangle 1222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226" name="Rectangle 1225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229" name="Rectangle 1228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301" name="Rectangle 1300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47" name="Rectangle 1346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TextBox 1347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50" name="Rectangle 1349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TextBox 1350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93" name="Rectangle 1392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TextBox 1393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95" name="TextBox 1394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96" name="Rectangle 1395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TextBox 1396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98" name="TextBox 1397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9" name="Rectangle 1398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TextBox 1399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02" name="Rectangle 1401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TextBox 1402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405" name="Rectangle 1404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TextBox 1405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08" name="Rectangle 1407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TextBox 1408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411" name="Rectangle 1410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TextBox 1411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439" name="Rectangle 1438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TextBox 1439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442" name="Rectangle 1441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TextBox 1442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45" name="Rectangle 1444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TextBox 1445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447" name="TextBox 1446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48" name="Rectangle 1447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TextBox 1448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451" name="Rectangle 1450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TextBox 1451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453" name="TextBox 1452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54" name="Rectangle 1453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TextBox 1454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57" name="Rectangle 1456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TextBox 1457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64" name="Rectangle 1463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TextBox 1464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466" name="TextBox 1465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67" name="Rectangle 1466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TextBox 1467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70" name="Rectangle 1469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TextBox 1470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72" name="TextBox 1471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73" name="Rectangle 1472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TextBox 1473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75" name="TextBox 1474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76" name="Rectangle 1475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79" name="Rectangle 1478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TextBox 1479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82" name="Rectangle 1481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TextBox 1482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85" name="Rectangle 1484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TextBox 1485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87" name="TextBox 1486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88" name="Rectangle 1487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TextBox 1488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90" name="TextBox 1489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91" name="Rectangle 1490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TextBox 1491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93" name="TextBox 1492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94" name="Rectangle 1493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TextBox 1494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96" name="TextBox 1495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97" name="Rectangle 1496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TextBox 1497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99" name="TextBox 1498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500" name="Rectangle 1499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TextBox 1500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502" name="TextBox 1501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503" name="Rectangle 1502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TextBox 1503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05" name="TextBox 1504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507" name="Rectangle 1506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TextBox 1507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10" name="Rectangle 1509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TextBox 1510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12" name="TextBox 1511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13" name="Rectangle 1512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TextBox 1513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515" name="TextBox 1514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16" name="Rectangle 1515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TextBox 1516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18" name="TextBox 1517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519" name="Rectangle 1518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TextBox 1519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21" name="TextBox 1520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22" name="Rectangle 1521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TextBox 1522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25" name="Rectangle 1524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TextBox 1525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28" name="Rectangle 1527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TextBox 1528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41" name="TextBox 1540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542" name="Rectangle 1541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84" name="TextBox 1583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585" name="Rectangle 1584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TextBox 1585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588" name="Rectangle 1587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633" name="TextBox 163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634" name="TextBox 163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636" name="TextBox 163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637" name="TextBox 163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640" name="TextBox 163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643" name="TextBox 164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646" name="TextBox 164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60" name="Rectangle 1659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TextBox 166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662" name="TextBox 1661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63" name="Rectangle 1662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TextBox 166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5" name="TextBox 1664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66" name="Rectangle 1665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TextBox 166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668" name="TextBox 1667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69" name="Rectangle 1668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TextBox 166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672" name="Rectangle 1671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TextBox 167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06" name="Rectangle 1705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TextBox 1706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708" name="TextBox 1707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09" name="Rectangle 1708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TextBox 1709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711" name="TextBox 1710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712" name="Rectangle 1711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TextBox 1712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714" name="TextBox 1713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715" name="Rectangle 1714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TextBox 1715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752" name="Rectangle 1751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TextBox 1752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54" name="TextBox 1753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55" name="Rectangle 1754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TextBox 1755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57" name="TextBox 1756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58" name="Rectangle 1757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TextBox 1758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60" name="TextBox 1759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761" name="Rectangle 1760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TextBox 1761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763" name="TextBox 1762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764" name="Rectangle 1763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TextBox 1764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67" name="Rectangle 1766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TextBox 1767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774" name="Rectangle 1773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77" name="Rectangle 1776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780" name="Rectangle 1779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TextBox 1780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82" name="TextBox 1781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83" name="Rectangle 1782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TextBox 1783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785" name="TextBox 1784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86" name="Rectangle 1785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TextBox 1786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88" name="TextBox 1787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89" name="Rectangle 1788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TextBox 1789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91" name="TextBox 1790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92" name="Rectangle 1791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TextBox 1792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94" name="TextBox 1793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95" name="Rectangle 1794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TextBox 1795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797" name="TextBox 1796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798" name="Rectangle 1797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TextBox 1798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800" name="TextBox 1799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801" name="Rectangle 1800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TextBox 1801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803" name="TextBox 1802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804" name="Rectangle 1803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TextBox 1804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806" name="TextBox 1805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807" name="Rectangle 1806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TextBox 1807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809" name="TextBox 1808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810" name="Rectangle 1809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TextBox 1810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812" name="TextBox 1811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813" name="Rectangle 1812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TextBox 1813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815" name="TextBox 1814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826" name="Rectangle 1825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TextBox 1826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828" name="TextBox 1827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29" name="Rectangle 1828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TextBox 1829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831" name="TextBox 1830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32" name="Rectangle 1831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TextBox 1832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834" name="TextBox 1833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35" name="Rectangle 1834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TextBox 1835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837" name="TextBox 1836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838" name="Rectangle 1837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TextBox 1838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840" name="TextBox 1839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841" name="Rectangle 1840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TextBox 1841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843" name="TextBox 1842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844" name="Rectangle 1843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TextBox 1844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46" name="TextBox 1845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47" name="Rectangle 1846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TextBox 1847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49" name="TextBox 1848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50" name="Rectangle 1849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TextBox 1850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52" name="TextBox 1851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853" name="Rectangle 1852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TextBox 1853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855" name="TextBox 1854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856" name="Rectangle 1855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TextBox 1856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858" name="TextBox 1857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859" name="Rectangle 1858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TextBox 1859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861" name="TextBox 1860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62" name="TextBox 1861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863" name="Rectangle 1862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TextBox 1863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65" name="TextBox 1864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66" name="Rectangle 1865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TextBox 1866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868" name="TextBox 1867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69" name="Rectangle 1868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TextBox 1869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71" name="TextBox 1870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72" name="Rectangle 1871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TextBox 1872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74" name="TextBox 1873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75" name="Rectangle 1874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TextBox 1875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77" name="TextBox 1876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78" name="Rectangle 1877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TextBox 1878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80" name="TextBox 1879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81" name="Rectangle 1880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TextBox 1881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883" name="TextBox 1882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898" name="Rectangle 1897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TextBox 1898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940" name="TextBox 1939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941" name="Rectangle 1940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TextBox 1941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943" name="TextBox 1942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944" name="Rectangle 1943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5" name="TextBox 1944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