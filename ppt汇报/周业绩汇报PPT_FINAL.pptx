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6.0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Sheet1!$A$2:$A$27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1–6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noFill/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  <a:p>
            <a:r>
              <a:t>批核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33110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96254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3110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26254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46254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089398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68262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88262" y="3544904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38262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31406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1406" y="3937518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801406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4550" y="3996218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64550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4959398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222542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009398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352542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272542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615686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535686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485686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748830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141974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061974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275118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587883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5798830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11974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405118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25118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822220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8222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822220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391366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822220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391366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822220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392095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30555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45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3055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3055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96992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3055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96992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3055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4042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38888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388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38888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30328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38888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30328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38888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3762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316664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31666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316664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408104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316664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408104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316664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4154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4444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4444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44444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35884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44444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4318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33332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298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83333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833332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24772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833332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24772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833332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3206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327776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32777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327776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419216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327776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419216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327776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42651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5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5000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44873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909844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4811108"/>
            <a:ext cx="36576" cy="347472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4847684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4847684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4847684"/>
            <a:ext cx="276088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252" name="Text 249"/>
          <p:cNvSpPr/>
          <p:nvPr/>
        </p:nvSpPr>
        <p:spPr>
          <a:noFill/>
          <a:xfrm>
            <a:off x="6254496" y="6491072"/>
            <a:ext cx="5724144" cy="128016"/>
          </a:xfrm>
          <a:prstGeom prst="rect">
            <a:avLst/>
          </a:prstGeom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609944"/>
            <a:ext cx="5724144" cy="228600"/>
          </a:xfrm>
          <a:prstGeom prst="rect">
            <a:avLst/>
          </a:prstGeom>
          <a:solidFill>
            <a:srgbClr val="EEF2FF"/>
          </a:solidFill>
          <a:ln w="3175">
            <a:solidFill>
              <a:srgbClr val="C5CEE8"/>
            </a:solidFill>
          </a:ln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64" name="Text 260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 模块B/C — 签单业绩热力矩阵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noFill/>
          <a:xfrm>
            <a:off x="165100" y="3197987"/>
            <a:ext cx="5779008" cy="128016"/>
          </a:xfrm>
          <a:prstGeom prst="rect">
            <a:avLst/>
          </a:prstGeom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solidFill>
            <a:srgbClr val="EEF2FF"/>
          </a:solidFill>
          <a:ln w="3175">
            <a:solidFill>
              <a:srgbClr val="C5CEE8"/>
            </a:solidFill>
          </a:ln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2" name="Text 450"/>
          <p:cNvSpPr/>
          <p:nvPr/>
        </p:nvSpPr>
        <p:spPr>
          <a:noFill/>
          <a:xfrm>
            <a:off x="6236716" y="3197987"/>
            <a:ext cx="5724144" cy="128016"/>
          </a:xfrm>
          <a:prstGeom prst="rect">
            <a:avLst/>
          </a:prstGeom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solidFill>
            <a:srgbClr val="EEF2FF"/>
          </a:solidFill>
          <a:ln w="3175">
            <a:solidFill>
              <a:srgbClr val="C5CEE8"/>
            </a:solidFill>
          </a:ln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noFill/>
          <a:xfrm>
            <a:off x="182880" y="6291072"/>
            <a:ext cx="5779008" cy="128016"/>
          </a:xfrm>
          <a:prstGeom prst="rect">
            <a:avLst/>
          </a:prstGeom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solidFill>
            <a:srgbClr val="EEF2FF"/>
          </a:solidFill>
          <a:ln w="3175">
            <a:solidFill>
              <a:srgbClr val="C5CEE8"/>
            </a:solidFill>
          </a:ln>
          <a:effectLst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903" name="Rectangle 902"/>
          <p:cNvSpPr/>
          <p:nvPr/>
        </p:nvSpPr>
        <p:spPr>
          <a:xfrm>
            <a:off x="6280000" y="3950000"/>
            <a:ext cx="72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TextBox 903"/>
          <p:cNvSpPr txBox="1"/>
          <p:nvPr/>
        </p:nvSpPr>
        <p:spPr>
          <a:xfrm>
            <a:off x="6280000" y="395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5" name="Rectangle 904"/>
          <p:cNvSpPr/>
          <p:nvPr/>
        </p:nvSpPr>
        <p:spPr>
          <a:xfrm>
            <a:off x="7000000" y="3950000"/>
            <a:ext cx="63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TextBox 905"/>
          <p:cNvSpPr txBox="1"/>
          <p:nvPr/>
        </p:nvSpPr>
        <p:spPr>
          <a:xfrm>
            <a:off x="7000000" y="395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07" name="Rectangle 906"/>
          <p:cNvSpPr/>
          <p:nvPr/>
        </p:nvSpPr>
        <p:spPr>
          <a:xfrm>
            <a:off x="7630000" y="3950000"/>
            <a:ext cx="85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TextBox 907"/>
          <p:cNvSpPr txBox="1"/>
          <p:nvPr/>
        </p:nvSpPr>
        <p:spPr>
          <a:xfrm>
            <a:off x="7630000" y="395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09" name="Rectangle 908"/>
          <p:cNvSpPr/>
          <p:nvPr/>
        </p:nvSpPr>
        <p:spPr>
          <a:xfrm>
            <a:off x="8480000" y="3950000"/>
            <a:ext cx="85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TextBox 909"/>
          <p:cNvSpPr txBox="1"/>
          <p:nvPr/>
        </p:nvSpPr>
        <p:spPr>
          <a:xfrm>
            <a:off x="8480000" y="395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1" name="Rectangle 910"/>
          <p:cNvSpPr/>
          <p:nvPr/>
        </p:nvSpPr>
        <p:spPr>
          <a:xfrm>
            <a:off x="9330000" y="3950000"/>
            <a:ext cx="85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TextBox 911"/>
          <p:cNvSpPr txBox="1"/>
          <p:nvPr/>
        </p:nvSpPr>
        <p:spPr>
          <a:xfrm>
            <a:off x="9330000" y="395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3" name="Rectangle 912"/>
          <p:cNvSpPr/>
          <p:nvPr/>
        </p:nvSpPr>
        <p:spPr>
          <a:xfrm>
            <a:off x="10180000" y="3950000"/>
            <a:ext cx="85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10180000" y="395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5" name="Rectangle 914"/>
          <p:cNvSpPr/>
          <p:nvPr/>
        </p:nvSpPr>
        <p:spPr>
          <a:xfrm>
            <a:off x="11030000" y="3950000"/>
            <a:ext cx="850000" cy="20500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TextBox 915"/>
          <p:cNvSpPr txBox="1"/>
          <p:nvPr/>
        </p:nvSpPr>
        <p:spPr>
          <a:xfrm>
            <a:off x="11030000" y="395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17" name="Rectangle 916"/>
          <p:cNvSpPr/>
          <p:nvPr/>
        </p:nvSpPr>
        <p:spPr>
          <a:xfrm>
            <a:off x="6280000" y="4155000"/>
            <a:ext cx="72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TextBox 917"/>
          <p:cNvSpPr txBox="1"/>
          <p:nvPr/>
        </p:nvSpPr>
        <p:spPr>
          <a:xfrm>
            <a:off x="6280000" y="4155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19" name="Rectangle 918"/>
          <p:cNvSpPr/>
          <p:nvPr/>
        </p:nvSpPr>
        <p:spPr>
          <a:xfrm>
            <a:off x="7000000" y="4155000"/>
            <a:ext cx="63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TextBox 919"/>
          <p:cNvSpPr txBox="1"/>
          <p:nvPr/>
        </p:nvSpPr>
        <p:spPr>
          <a:xfrm>
            <a:off x="7000000" y="4155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21" name="Rectangle 920"/>
          <p:cNvSpPr/>
          <p:nvPr/>
        </p:nvSpPr>
        <p:spPr>
          <a:xfrm>
            <a:off x="7630000" y="415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TextBox 921"/>
          <p:cNvSpPr txBox="1"/>
          <p:nvPr/>
        </p:nvSpPr>
        <p:spPr>
          <a:xfrm>
            <a:off x="7630000" y="415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3" name="Rectangle 922"/>
          <p:cNvSpPr/>
          <p:nvPr/>
        </p:nvSpPr>
        <p:spPr>
          <a:xfrm>
            <a:off x="8480000" y="415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TextBox 923"/>
          <p:cNvSpPr txBox="1"/>
          <p:nvPr/>
        </p:nvSpPr>
        <p:spPr>
          <a:xfrm>
            <a:off x="8480000" y="415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25" name="Rectangle 924"/>
          <p:cNvSpPr/>
          <p:nvPr/>
        </p:nvSpPr>
        <p:spPr>
          <a:xfrm>
            <a:off x="9330000" y="415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9330000" y="415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0180000" y="415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0180000" y="415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29" name="Rectangle 928"/>
          <p:cNvSpPr/>
          <p:nvPr/>
        </p:nvSpPr>
        <p:spPr>
          <a:xfrm>
            <a:off x="11030000" y="415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TextBox 929"/>
          <p:cNvSpPr txBox="1"/>
          <p:nvPr/>
        </p:nvSpPr>
        <p:spPr>
          <a:xfrm>
            <a:off x="11030000" y="415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31" name="Rectangle 930"/>
          <p:cNvSpPr/>
          <p:nvPr/>
        </p:nvSpPr>
        <p:spPr>
          <a:xfrm>
            <a:off x="6280000" y="4360000"/>
            <a:ext cx="72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6280000" y="436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7000000" y="4360000"/>
            <a:ext cx="63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7000000" y="436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35" name="Rectangle 934"/>
          <p:cNvSpPr/>
          <p:nvPr/>
        </p:nvSpPr>
        <p:spPr>
          <a:xfrm>
            <a:off x="7630000" y="436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TextBox 935"/>
          <p:cNvSpPr txBox="1"/>
          <p:nvPr/>
        </p:nvSpPr>
        <p:spPr>
          <a:xfrm>
            <a:off x="7630000" y="436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37" name="Rectangle 936"/>
          <p:cNvSpPr/>
          <p:nvPr/>
        </p:nvSpPr>
        <p:spPr>
          <a:xfrm>
            <a:off x="8480000" y="436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TextBox 937"/>
          <p:cNvSpPr txBox="1"/>
          <p:nvPr/>
        </p:nvSpPr>
        <p:spPr>
          <a:xfrm>
            <a:off x="8480000" y="436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9330000" y="436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9330000" y="436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41" name="Rectangle 940"/>
          <p:cNvSpPr/>
          <p:nvPr/>
        </p:nvSpPr>
        <p:spPr>
          <a:xfrm>
            <a:off x="10180000" y="436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TextBox 941"/>
          <p:cNvSpPr txBox="1"/>
          <p:nvPr/>
        </p:nvSpPr>
        <p:spPr>
          <a:xfrm>
            <a:off x="10180000" y="436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43" name="Rectangle 942"/>
          <p:cNvSpPr/>
          <p:nvPr/>
        </p:nvSpPr>
        <p:spPr>
          <a:xfrm>
            <a:off x="11030000" y="436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TextBox 943"/>
          <p:cNvSpPr txBox="1"/>
          <p:nvPr/>
        </p:nvSpPr>
        <p:spPr>
          <a:xfrm>
            <a:off x="11030000" y="436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6280000" y="4565000"/>
            <a:ext cx="72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6280000" y="4565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47" name="Rectangle 946"/>
          <p:cNvSpPr/>
          <p:nvPr/>
        </p:nvSpPr>
        <p:spPr>
          <a:xfrm>
            <a:off x="7000000" y="4565000"/>
            <a:ext cx="63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TextBox 947"/>
          <p:cNvSpPr txBox="1"/>
          <p:nvPr/>
        </p:nvSpPr>
        <p:spPr>
          <a:xfrm>
            <a:off x="7000000" y="4565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49" name="Rectangle 948"/>
          <p:cNvSpPr/>
          <p:nvPr/>
        </p:nvSpPr>
        <p:spPr>
          <a:xfrm>
            <a:off x="7630000" y="456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TextBox 949"/>
          <p:cNvSpPr txBox="1"/>
          <p:nvPr/>
        </p:nvSpPr>
        <p:spPr>
          <a:xfrm>
            <a:off x="7630000" y="456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8480000" y="456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8480000" y="456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53" name="Rectangle 952"/>
          <p:cNvSpPr/>
          <p:nvPr/>
        </p:nvSpPr>
        <p:spPr>
          <a:xfrm>
            <a:off x="9330000" y="456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TextBox 953"/>
          <p:cNvSpPr txBox="1"/>
          <p:nvPr/>
        </p:nvSpPr>
        <p:spPr>
          <a:xfrm>
            <a:off x="9330000" y="456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55" name="Rectangle 954"/>
          <p:cNvSpPr/>
          <p:nvPr/>
        </p:nvSpPr>
        <p:spPr>
          <a:xfrm>
            <a:off x="10180000" y="456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TextBox 955"/>
          <p:cNvSpPr txBox="1"/>
          <p:nvPr/>
        </p:nvSpPr>
        <p:spPr>
          <a:xfrm>
            <a:off x="10180000" y="456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11030000" y="456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11030000" y="456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59" name="Rectangle 958"/>
          <p:cNvSpPr/>
          <p:nvPr/>
        </p:nvSpPr>
        <p:spPr>
          <a:xfrm>
            <a:off x="6280000" y="4770000"/>
            <a:ext cx="72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6280000" y="477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61" name="Rectangle 960"/>
          <p:cNvSpPr/>
          <p:nvPr/>
        </p:nvSpPr>
        <p:spPr>
          <a:xfrm>
            <a:off x="7000000" y="4770000"/>
            <a:ext cx="63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TextBox 961"/>
          <p:cNvSpPr txBox="1"/>
          <p:nvPr/>
        </p:nvSpPr>
        <p:spPr>
          <a:xfrm>
            <a:off x="7000000" y="477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7630000" y="477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7630000" y="477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965" name="Rectangle 964"/>
          <p:cNvSpPr/>
          <p:nvPr/>
        </p:nvSpPr>
        <p:spPr>
          <a:xfrm>
            <a:off x="8480000" y="477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TextBox 965"/>
          <p:cNvSpPr txBox="1"/>
          <p:nvPr/>
        </p:nvSpPr>
        <p:spPr>
          <a:xfrm>
            <a:off x="8480000" y="477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9330000" y="477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9330000" y="477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969" name="Rectangle 968"/>
          <p:cNvSpPr/>
          <p:nvPr/>
        </p:nvSpPr>
        <p:spPr>
          <a:xfrm>
            <a:off x="10180000" y="477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TextBox 969"/>
          <p:cNvSpPr txBox="1"/>
          <p:nvPr/>
        </p:nvSpPr>
        <p:spPr>
          <a:xfrm>
            <a:off x="10180000" y="477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71" name="Rectangle 970"/>
          <p:cNvSpPr/>
          <p:nvPr/>
        </p:nvSpPr>
        <p:spPr>
          <a:xfrm>
            <a:off x="11030000" y="477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TextBox 971"/>
          <p:cNvSpPr txBox="1"/>
          <p:nvPr/>
        </p:nvSpPr>
        <p:spPr>
          <a:xfrm>
            <a:off x="11030000" y="477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6280000" y="4975000"/>
            <a:ext cx="72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6280000" y="4975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75" name="Rectangle 974"/>
          <p:cNvSpPr/>
          <p:nvPr/>
        </p:nvSpPr>
        <p:spPr>
          <a:xfrm>
            <a:off x="7000000" y="4975000"/>
            <a:ext cx="63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TextBox 975"/>
          <p:cNvSpPr txBox="1"/>
          <p:nvPr/>
        </p:nvSpPr>
        <p:spPr>
          <a:xfrm>
            <a:off x="7000000" y="4975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77" name="Rectangle 976"/>
          <p:cNvSpPr/>
          <p:nvPr/>
        </p:nvSpPr>
        <p:spPr>
          <a:xfrm>
            <a:off x="7630000" y="497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TextBox 977"/>
          <p:cNvSpPr txBox="1"/>
          <p:nvPr/>
        </p:nvSpPr>
        <p:spPr>
          <a:xfrm>
            <a:off x="7630000" y="497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8480000" y="497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8480000" y="497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81" name="Rectangle 980"/>
          <p:cNvSpPr/>
          <p:nvPr/>
        </p:nvSpPr>
        <p:spPr>
          <a:xfrm>
            <a:off x="9330000" y="497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TextBox 981"/>
          <p:cNvSpPr txBox="1"/>
          <p:nvPr/>
        </p:nvSpPr>
        <p:spPr>
          <a:xfrm>
            <a:off x="9330000" y="497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3" name="Rectangle 982"/>
          <p:cNvSpPr/>
          <p:nvPr/>
        </p:nvSpPr>
        <p:spPr>
          <a:xfrm>
            <a:off x="10180000" y="497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TextBox 983"/>
          <p:cNvSpPr txBox="1"/>
          <p:nvPr/>
        </p:nvSpPr>
        <p:spPr>
          <a:xfrm>
            <a:off x="10180000" y="497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11030000" y="497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11030000" y="497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87" name="Rectangle 986"/>
          <p:cNvSpPr/>
          <p:nvPr/>
        </p:nvSpPr>
        <p:spPr>
          <a:xfrm>
            <a:off x="6280000" y="5180000"/>
            <a:ext cx="72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TextBox 987"/>
          <p:cNvSpPr txBox="1"/>
          <p:nvPr/>
        </p:nvSpPr>
        <p:spPr>
          <a:xfrm>
            <a:off x="6280000" y="518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7000000" y="5180000"/>
            <a:ext cx="63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7000000" y="518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91" name="Rectangle 990"/>
          <p:cNvSpPr/>
          <p:nvPr/>
        </p:nvSpPr>
        <p:spPr>
          <a:xfrm>
            <a:off x="7630000" y="518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7630000" y="518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93" name="Rectangle 992"/>
          <p:cNvSpPr/>
          <p:nvPr/>
        </p:nvSpPr>
        <p:spPr>
          <a:xfrm>
            <a:off x="8480000" y="518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8480000" y="518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9330000" y="518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9330000" y="518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997" name="Rectangle 996"/>
          <p:cNvSpPr/>
          <p:nvPr/>
        </p:nvSpPr>
        <p:spPr>
          <a:xfrm>
            <a:off x="10180000" y="518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10180000" y="518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11030000" y="518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TextBox 999"/>
          <p:cNvSpPr txBox="1"/>
          <p:nvPr/>
        </p:nvSpPr>
        <p:spPr>
          <a:xfrm>
            <a:off x="11030000" y="518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6280000" y="5385000"/>
            <a:ext cx="72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6280000" y="5385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003" name="Rectangle 1002"/>
          <p:cNvSpPr/>
          <p:nvPr/>
        </p:nvSpPr>
        <p:spPr>
          <a:xfrm>
            <a:off x="7000000" y="5385000"/>
            <a:ext cx="63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TextBox 1003"/>
          <p:cNvSpPr txBox="1"/>
          <p:nvPr/>
        </p:nvSpPr>
        <p:spPr>
          <a:xfrm>
            <a:off x="7000000" y="5385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7630000" y="538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7630000" y="538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8480000" y="538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8480000" y="538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09" name="Rectangle 1008"/>
          <p:cNvSpPr/>
          <p:nvPr/>
        </p:nvSpPr>
        <p:spPr>
          <a:xfrm>
            <a:off x="9330000" y="538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330000" y="538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011" name="Rectangle 1010"/>
          <p:cNvSpPr/>
          <p:nvPr/>
        </p:nvSpPr>
        <p:spPr>
          <a:xfrm>
            <a:off x="10180000" y="538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0180000" y="538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11030000" y="538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1030000" y="538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015" name="Rectangle 1014"/>
          <p:cNvSpPr/>
          <p:nvPr/>
        </p:nvSpPr>
        <p:spPr>
          <a:xfrm>
            <a:off x="6280000" y="5590000"/>
            <a:ext cx="72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6280000" y="559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017" name="Rectangle 1016"/>
          <p:cNvSpPr/>
          <p:nvPr/>
        </p:nvSpPr>
        <p:spPr>
          <a:xfrm>
            <a:off x="7000000" y="5590000"/>
            <a:ext cx="63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7000000" y="559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7630000" y="559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7630000" y="559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1" name="Rectangle 1020"/>
          <p:cNvSpPr/>
          <p:nvPr/>
        </p:nvSpPr>
        <p:spPr>
          <a:xfrm>
            <a:off x="8480000" y="559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TextBox 1021"/>
          <p:cNvSpPr txBox="1"/>
          <p:nvPr/>
        </p:nvSpPr>
        <p:spPr>
          <a:xfrm>
            <a:off x="8480000" y="559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3" name="Rectangle 1022"/>
          <p:cNvSpPr/>
          <p:nvPr/>
        </p:nvSpPr>
        <p:spPr>
          <a:xfrm>
            <a:off x="9330000" y="559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9330000" y="559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10180000" y="559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10180000" y="559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7" name="Rectangle 1026"/>
          <p:cNvSpPr/>
          <p:nvPr/>
        </p:nvSpPr>
        <p:spPr>
          <a:xfrm>
            <a:off x="11030000" y="5590000"/>
            <a:ext cx="850000" cy="20500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TextBox 1027"/>
          <p:cNvSpPr txBox="1"/>
          <p:nvPr/>
        </p:nvSpPr>
        <p:spPr>
          <a:xfrm>
            <a:off x="11030000" y="559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9" name="Rectangle 1028"/>
          <p:cNvSpPr/>
          <p:nvPr/>
        </p:nvSpPr>
        <p:spPr>
          <a:xfrm>
            <a:off x="6280000" y="5795000"/>
            <a:ext cx="72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6280000" y="5795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7000000" y="5795000"/>
            <a:ext cx="63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7000000" y="5795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033" name="Rectangle 1032"/>
          <p:cNvSpPr/>
          <p:nvPr/>
        </p:nvSpPr>
        <p:spPr>
          <a:xfrm>
            <a:off x="7630000" y="579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7630000" y="579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480000" y="579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480000" y="579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9330000" y="579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330000" y="579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039" name="Rectangle 1038"/>
          <p:cNvSpPr/>
          <p:nvPr/>
        </p:nvSpPr>
        <p:spPr>
          <a:xfrm>
            <a:off x="10180000" y="579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10180000" y="579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1030000" y="5795000"/>
            <a:ext cx="850000" cy="20500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1030000" y="5795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043" name="Rectangle 1042"/>
          <p:cNvSpPr/>
          <p:nvPr/>
        </p:nvSpPr>
        <p:spPr>
          <a:xfrm>
            <a:off x="6280000" y="6000000"/>
            <a:ext cx="72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6280000" y="6000000"/>
            <a:ext cx="72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45" name="Rectangle 1044"/>
          <p:cNvSpPr/>
          <p:nvPr/>
        </p:nvSpPr>
        <p:spPr>
          <a:xfrm>
            <a:off x="7000000" y="6000000"/>
            <a:ext cx="63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TextBox 1045"/>
          <p:cNvSpPr txBox="1"/>
          <p:nvPr/>
        </p:nvSpPr>
        <p:spPr>
          <a:xfrm>
            <a:off x="7000000" y="6000000"/>
            <a:ext cx="63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7630000" y="6000000"/>
            <a:ext cx="85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7630000" y="600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049" name="Rectangle 1048"/>
          <p:cNvSpPr/>
          <p:nvPr/>
        </p:nvSpPr>
        <p:spPr>
          <a:xfrm>
            <a:off x="8480000" y="6000000"/>
            <a:ext cx="85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8480000" y="600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051" name="Rectangle 1050"/>
          <p:cNvSpPr/>
          <p:nvPr/>
        </p:nvSpPr>
        <p:spPr>
          <a:xfrm>
            <a:off x="9330000" y="6000000"/>
            <a:ext cx="85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TextBox 1051"/>
          <p:cNvSpPr txBox="1"/>
          <p:nvPr/>
        </p:nvSpPr>
        <p:spPr>
          <a:xfrm>
            <a:off x="9330000" y="600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10180000" y="6000000"/>
            <a:ext cx="85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10180000" y="600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11030000" y="6000000"/>
            <a:ext cx="850000" cy="20500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11030000" y="6000000"/>
            <a:ext cx="850000" cy="20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75" name="Rectangle 1074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118" name="Rectangle 1117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140" name="Rectangle 1139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43" name="Rectangle 1142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2" name="Rectangle 1151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5" name="Rectangle 1154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78" name="Rectangle 1277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1" name="Rectangle 1280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84" name="Rectangle 1283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7" name="Rectangle 1286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90" name="Rectangle 1289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297" name="Rectangle 1296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TextBox 1297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300" name="Rectangle 1299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28" name="Rectangle 1327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31" name="Rectangle 1330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334" name="Rectangle 1333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37" name="Rectangle 1336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40" name="Rectangle 1339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343" name="Rectangle 1342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46" name="Rectangle 1345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350" name="Rectangle 1349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TextBox 1350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368" name="Rectangle 1367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TextBox 1368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371" name="Rectangle 1370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TextBox 1371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373" name="TextBox 1372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374" name="Rectangle 1373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TextBox 1374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377" name="Rectangle 1376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TextBox 1377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380" name="Rectangle 1379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TextBox 1380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382" name="TextBox 1381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383" name="Rectangle 1382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386" name="Rectangle 1385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TextBox 1386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89" name="Rectangle 1388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TextBox 1389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392" name="Rectangle 1391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TextBox 1392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395" name="Rectangle 1394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TextBox 1395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398" name="TextBox 1397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400" name="TextBox 1399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413" name="Rectangle 1412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TextBox 1413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16" name="Rectangle 1415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TextBox 1416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419" name="Rectangle 1418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TextBox 1419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2" name="Rectangle 1421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TextBox 1422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58" name="TextBox 1457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459" name="Rectangle 1458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TextBox 1459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62" name="Rectangle 1461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TextBox 1462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36" name="TextBox 1635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637" name="Rectangle 1636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TextBox 1637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0" name="Rectangle 1639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TextBox 1640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3" name="Rectangle 1642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TextBox 1643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6" name="Rectangle 1645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TextBox 1646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649" name="Rectangle 1648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TextBox 1649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52" name="Rectangle 1651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TextBox 1652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55" name="Rectangle 1654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TextBox 1655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58" name="Rectangle 1657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TextBox 1658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61" name="TextBox 1660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662" name="Rectangle 1661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TextBox 1662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64" name="TextBox 1663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65" name="Rectangle 1664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67" name="TextBox 1666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68" name="Rectangle 1667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70" name="TextBox 1669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672" name="Rectangle 1671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TextBox 1672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3" name="Rectangle 1692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TextBox 1693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695" name="TextBox 1694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696" name="Rectangle 1695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98" name="TextBox 1697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699" name="Rectangle 1698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TextBox 1699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701" name="TextBox 1700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702" name="Rectangle 1701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TextBox 1702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04" name="TextBox 1703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5" name="Rectangle 1704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TextBox 1705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07" name="TextBox 1706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08" name="Rectangle 1707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TextBox 1708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0" name="TextBox 1709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1" name="Rectangle 1710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TextBox 1711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713" name="TextBox 1712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4" name="TextBox 1713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15" name="Rectangle 1714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TextBox 1715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727" name="Rectangle 1726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TextBox 1727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729" name="TextBox 1728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730" name="Rectangle 1729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TextBox 1730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732" name="TextBox 1731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733" name="Rectangle 1732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TextBox 1733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735" name="TextBox 1734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736" name="Rectangle 1735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TextBox 1736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738" name="TextBox 1737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739" name="Rectangle 1738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TextBox 1739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741" name="TextBox 1740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742" name="Rectangle 1741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TextBox 1742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745" name="Rectangle 1744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TextBox 1745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747" name="TextBox 1746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48" name="Rectangle 1747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TextBox 1748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750" name="TextBox 1749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751" name="Rectangle 1750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TextBox 1751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753" name="TextBox 1752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754" name="Rectangle 1753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TextBox 1754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756" name="TextBox 1755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757" name="Rectangle 1756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TextBox 1757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759" name="TextBox 1758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60" name="Rectangle 175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TextBox 176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762" name="TextBox 176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763" name="TextBox 176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768" name="TextBox 176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771" name="TextBox 177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772" name="TextBox 177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775" name="TextBox 177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57" name="TextBox 1856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858" name="Rectangle 1857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TextBox 1858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875" name="TextBox 1874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876" name="Rectangle 1875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TextBox 1876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882" name="Rectangle 1881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TextBox 1882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894" name="Rectangle 1893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TextBox 1894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40" name="Rectangle 1939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TextBox 1940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2" name="TextBox 1941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945" name="TextBox 1944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986" name="Rectangle 1985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TextBox 1986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989" name="Rectangle 1988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TextBox 1989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92" name="TextBox 1991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993" name="Rectangle 1992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4" name="TextBox 1993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014" name="TextBox 2013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015" name="Rectangle 2014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TextBox 2015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017" name="TextBox 2016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018" name="Rectangle 2017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TextBox 2018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20" name="TextBox 2019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21" name="Rectangle 2020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TextBox 2021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023" name="TextBox 2022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24" name="TextBox 2023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025" name="Rectangle 2024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TextBox 2025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27" name="TextBox 2026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28" name="Rectangle 2027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TextBox 2028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0" name="TextBox 2029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1" name="Rectangle 2030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TextBox 2031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33" name="TextBox 2032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034" name="Rectangle 2033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TextBox 2034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36" name="TextBox 2035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37" name="Rectangle 2036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TextBox 2037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039" name="TextBox 2038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040" name="Rectangle 2039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TextBox 2040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042" name="TextBox 2041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43" name="Rectangle 2042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TextBox 2043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045" name="TextBox 2044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6" name="Rectangle 2045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TextBox 2046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048" name="TextBox 2047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49" name="Rectangle 2048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TextBox 2049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051" name="TextBox 2050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052" name="Rectangle 2051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TextBox 2052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54" name="TextBox 2053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55" name="Rectangle 2054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TextBox 2055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070" name="TextBox 2069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071" name="Rectangle 2070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TextBox 2071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074" name="Rectangle 2073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TextBox 2074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076" name="TextBox 2075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077" name="Rectangle 2076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TextBox 2077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079" name="TextBox 2078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080" name="Rectangle 2079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TextBox 2080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2082" name="TextBox 2081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083" name="Rectangle 2082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TextBox 2083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2085" name="TextBox 2084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86" name="Rectangle 2085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TextBox 2086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2088" name="TextBox 2087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2089" name="Rectangle 2088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TextBox 2089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2091" name="TextBox 2090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2092" name="Rectangle 2091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TextBox 2092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2094" name="TextBox 2093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095" name="Rectangle 2094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TextBox 2095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2097" name="TextBox 2096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98" name="Rectangle 2097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TextBox 2098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2100" name="TextBox 2099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101" name="Rectangle 2100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TextBox 2101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9" name="Shape 6"/>
          <p:cNvSpPr/>
          <p:nvPr>
            <p:custDataLst>
              <p:tags r:id="rId9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1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2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Shape 13"/>
          <p:cNvSpPr/>
          <p:nvPr>
            <p:custDataLst>
              <p:tags r:id="rId13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4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5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6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7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18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19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0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1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2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3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4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5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6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7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28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0"/>
          <p:cNvGraphicFramePr/>
          <p:nvPr>
            <p:custDataLst>
              <p:tags r:id="rId2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7" name="Chart 1"/>
          <p:cNvGraphicFramePr/>
          <p:nvPr>
            <p:custDataLst>
              <p:tags r:id="rId30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6.17M，签单 10.55M，预约 16.73M。签单前端尚在蓄力，预约 16.7M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3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古月唯歌</cp:lastModifiedBy>
  <cp:revision>67</cp:revision>
  <dcterms:created xsi:type="dcterms:W3CDTF">2026-03-26T15:42:00Z</dcterms:created>
  <dcterms:modified xsi:type="dcterms:W3CDTF">2026-07-27T09:48:24Z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2052-12.1.0.26895</vt:lpwstr>
  </property>
</Properties>
</file>