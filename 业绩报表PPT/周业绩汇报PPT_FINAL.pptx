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6" r:id="rId19"/>
    <p:sldId id="277" r:id="rId20"/>
    <p:sldId id="278" r:id="rId21"/>
  </p:sldIdLst>
  <p:sldSz cx="12192000" cy="6858000"/>
  <p:notesSz cx="6858000" cy="12192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tags" Target="tags/tag105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508.11</c:v>
                </c:pt>
                <c:pt idx="1">
                  <c:v>72.17</c:v>
                </c:pt>
                <c:pt idx="2">
                  <c:v>24.87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87.5</c:v>
                </c:pt>
                <c:pt idx="1">
                  <c:v>15.45</c:v>
                </c:pt>
                <c:pt idx="2">
                  <c:v>4.39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15.66</c:v>
                </c:pt>
                <c:pt idx="1">
                  <c:v>0.39</c:v>
                </c:pt>
                <c:pt idx="2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53.90</c:v>
                </c:pt>
                <c:pt idx="13">
                  <c:v>56.37</c:v>
                </c:pt>
                <c:pt idx="14">
                  <c:v>81.48</c:v>
                </c:pt>
                <c:pt idx="15">
                  <c:v>67.38</c:v>
                </c:pt>
                <c:pt idx="16">
                  <c:v>81.87</c:v>
                </c:pt>
                <c:pt idx="17">
                  <c:v>84.35</c:v>
                </c:pt>
                <c:pt idx="18">
                  <c:v>49.51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47.90</c:v>
                </c:pt>
                <c:pt idx="13">
                  <c:v>61.13</c:v>
                </c:pt>
                <c:pt idx="14">
                  <c:v>82.15</c:v>
                </c:pt>
                <c:pt idx="15">
                  <c:v>62.10</c:v>
                </c:pt>
                <c:pt idx="16">
                  <c:v>86.14</c:v>
                </c:pt>
                <c:pt idx="17">
                  <c:v>85.69</c:v>
                </c:pt>
                <c:pt idx="18">
                  <c:v>39.17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116.78</c:v>
                </c:pt>
                <c:pt idx="13">
                  <c:v>143.73</c:v>
                </c:pt>
                <c:pt idx="14">
                  <c:v>85.76</c:v>
                </c:pt>
                <c:pt idx="15">
                  <c:v>91.15</c:v>
                </c:pt>
                <c:pt idx="16">
                  <c:v>72.81</c:v>
                </c:pt>
                <c:pt idx="17">
                  <c:v>62.05</c:v>
                </c:pt>
                <c:pt idx="18">
                  <c:v>32.87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96.0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81.9M / 223件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49.5M / 124件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53.90</c:v>
                </c:pt>
                <c:pt idx="1">
                  <c:v>56.37</c:v>
                </c:pt>
                <c:pt idx="2">
                  <c:v>81.48</c:v>
                </c:pt>
                <c:pt idx="3">
                  <c:v>67.38</c:v>
                </c:pt>
                <c:pt idx="4">
                  <c:v>81.87</c:v>
                </c:pt>
                <c:pt idx="5">
                  <c:v>84.35</c:v>
                </c:pt>
                <c:pt idx="6">
                  <c:v>49.51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86.1M / 225件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39.2M / 99件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47.90</c:v>
                </c:pt>
                <c:pt idx="1">
                  <c:v>61.13</c:v>
                </c:pt>
                <c:pt idx="2">
                  <c:v>82.15</c:v>
                </c:pt>
                <c:pt idx="3">
                  <c:v>62.10</c:v>
                </c:pt>
                <c:pt idx="4">
                  <c:v>86.14</c:v>
                </c:pt>
                <c:pt idx="5">
                  <c:v>85.69</c:v>
                </c:pt>
                <c:pt idx="6">
                  <c:v>39.17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62.0M / 172件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32.9M / 104件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42.32</c:v>
                </c:pt>
                <c:pt idx="1">
                  <c:v>29.72</c:v>
                </c:pt>
                <c:pt idx="2">
                  <c:v>67.26</c:v>
                </c:pt>
                <c:pt idx="3">
                  <c:v>46.32</c:v>
                </c:pt>
                <c:pt idx="4">
                  <c:v>61.63</c:v>
                </c:pt>
                <c:pt idx="5">
                  <c:v>62.73</c:v>
                </c:pt>
                <c:pt idx="6">
                  <c:v>27.03</c:v>
                </c:pt>
                <c:pt idx="7">
                  <c:v>0.00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8"/>
                <c:pt idx="0">
                  <c:v>36.68</c:v>
                </c:pt>
                <c:pt idx="1">
                  <c:v>34.27</c:v>
                </c:pt>
                <c:pt idx="2">
                  <c:v>67.78</c:v>
                </c:pt>
                <c:pt idx="3">
                  <c:v>47.25</c:v>
                </c:pt>
                <c:pt idx="4">
                  <c:v>61.27</c:v>
                </c:pt>
                <c:pt idx="5">
                  <c:v>64.36</c:v>
                </c:pt>
                <c:pt idx="6">
                  <c:v>24.22</c:v>
                </c:pt>
                <c:pt idx="7">
                  <c:v>0.00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8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85.90</c:v>
                </c:pt>
                <c:pt idx="4">
                  <c:v>56.85</c:v>
                </c:pt>
                <c:pt idx="5">
                  <c:v>48.49</c:v>
                </c:pt>
                <c:pt idx="6">
                  <c:v>29.10</c:v>
                </c:pt>
                <c:pt idx="7">
                  <c:v>0.00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6.6740</c:v>
                </c:pt>
                <c:pt idx="1">
                  <c:v>9.7305</c:v>
                </c:pt>
                <c:pt idx="2">
                  <c:v>13.3508</c:v>
                </c:pt>
                <c:pt idx="3">
                  <c:v>8.8521</c:v>
                </c:pt>
                <c:pt idx="4">
                  <c:v>20.9667</c:v>
                </c:pt>
                <c:pt idx="5">
                  <c:v>6.4338</c:v>
                </c:pt>
                <c:pt idx="6">
                  <c:v>6.3400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4.9580</c:v>
                </c:pt>
                <c:pt idx="1">
                  <c:v>11.2125</c:v>
                </c:pt>
                <c:pt idx="2">
                  <c:v>12.1301</c:v>
                </c:pt>
                <c:pt idx="3">
                  <c:v>9.9324</c:v>
                </c:pt>
                <c:pt idx="4">
                  <c:v>19.8732</c:v>
                </c:pt>
                <c:pt idx="5">
                  <c:v>7.2777</c:v>
                </c:pt>
                <c:pt idx="6">
                  <c:v>6.5740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16.6020</c:v>
                </c:pt>
                <c:pt idx="4">
                  <c:v>6.0226</c:v>
                </c:pt>
                <c:pt idx="5">
                  <c:v>17.1128</c:v>
                </c:pt>
                <c:pt idx="6">
                  <c:v>1.1415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2.6315</c:v>
                </c:pt>
                <c:pt idx="4">
                  <c:v>2.2350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1.8935</c:v>
                </c:pt>
                <c:pt idx="4">
                  <c:v>2.9730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1.3447</c:v>
                </c:pt>
                <c:pt idx="1">
                  <c:v>0.3900</c:v>
                </c:pt>
                <c:pt idx="2">
                  <c:v>0.4680</c:v>
                </c:pt>
                <c:pt idx="3">
                  <c:v>1.6926</c:v>
                </c:pt>
                <c:pt idx="4">
                  <c:v>2.6070</c:v>
                </c:pt>
                <c:pt idx="5">
                  <c:v>0.4770</c:v>
                </c:pt>
                <c:pt idx="6">
                  <c:v>0.7410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13.8622</c:v>
                </c:pt>
                <c:pt idx="1">
                  <c:v>7.3632</c:v>
                </c:pt>
                <c:pt idx="2">
                  <c:v>14.8200</c:v>
                </c:pt>
                <c:pt idx="3">
                  <c:v>7.3320</c:v>
                </c:pt>
                <c:pt idx="4">
                  <c:v>6.8640</c:v>
                </c:pt>
                <c:pt idx="5">
                  <c:v>9.2742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17.1382</c:v>
                </c:pt>
                <c:pt idx="1">
                  <c:v>8.3772</c:v>
                </c:pt>
                <c:pt idx="2">
                  <c:v>13.2600</c:v>
                </c:pt>
                <c:pt idx="3">
                  <c:v>8.5020</c:v>
                </c:pt>
                <c:pt idx="4">
                  <c:v>6.8640</c:v>
                </c:pt>
                <c:pt idx="5">
                  <c:v>10.4442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27.2220</c:v>
                </c:pt>
                <c:pt idx="4">
                  <c:v>21.7036</c:v>
                </c:pt>
                <c:pt idx="5">
                  <c:v>6.2400</c:v>
                </c:pt>
                <c:pt idx="6">
                  <c:v>1.5600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6.1763</c:v>
                </c:pt>
                <c:pt idx="1">
                  <c:v>4.9992</c:v>
                </c:pt>
                <c:pt idx="2">
                  <c:v>15.4377</c:v>
                </c:pt>
                <c:pt idx="3">
                  <c:v>23.6274</c:v>
                </c:pt>
                <c:pt idx="4">
                  <c:v>28.1452</c:v>
                </c:pt>
                <c:pt idx="5">
                  <c:v>37.1285</c:v>
                </c:pt>
                <c:pt idx="6">
                  <c:v>24.3459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2.5883</c:v>
                </c:pt>
                <c:pt idx="1">
                  <c:v>7.5732</c:v>
                </c:pt>
                <c:pt idx="2">
                  <c:v>15.8277</c:v>
                </c:pt>
                <c:pt idx="3">
                  <c:v>22.9101</c:v>
                </c:pt>
                <c:pt idx="4">
                  <c:v>27.5167</c:v>
                </c:pt>
                <c:pt idx="5">
                  <c:v>34.9346</c:v>
                </c:pt>
                <c:pt idx="6">
                  <c:v>15.8153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41.7944</c:v>
                </c:pt>
                <c:pt idx="1">
                  <c:v>5.6723</c:v>
                </c:pt>
                <c:pt idx="2">
                  <c:v>5.9290</c:v>
                </c:pt>
                <c:pt idx="3">
                  <c:v>15.0442</c:v>
                </c:pt>
                <c:pt idx="4">
                  <c:v>25.2290</c:v>
                </c:pt>
                <c:pt idx="5">
                  <c:v>25.7498</c:v>
                </c:pt>
                <c:pt idx="6">
                  <c:v>9.8650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17.0096</c:v>
                </c:pt>
                <c:pt idx="1">
                  <c:v>16.0597</c:v>
                </c:pt>
                <c:pt idx="2">
                  <c:v>24.7618</c:v>
                </c:pt>
                <c:pt idx="3">
                  <c:v>15.6775</c:v>
                </c:pt>
                <c:pt idx="4">
                  <c:v>19.7349</c:v>
                </c:pt>
                <c:pt idx="5">
                  <c:v>22.9566</c:v>
                </c:pt>
                <c:pt idx="6">
                  <c:v>9.0844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13.7444</c:v>
                </c:pt>
                <c:pt idx="1">
                  <c:v>15.1831</c:v>
                </c:pt>
                <c:pt idx="2">
                  <c:v>27.6061</c:v>
                </c:pt>
                <c:pt idx="3">
                  <c:v>14.7969</c:v>
                </c:pt>
                <c:pt idx="4">
                  <c:v>20.3780</c:v>
                </c:pt>
                <c:pt idx="5">
                  <c:v>23.8791</c:v>
                </c:pt>
                <c:pt idx="6">
                  <c:v>7.0402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19.2417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0.5802</c:v>
                </c:pt>
                <c:pt idx="1">
                  <c:v>0.8970</c:v>
                </c:pt>
                <c:pt idx="2">
                  <c:v>0.3355</c:v>
                </c:pt>
                <c:pt idx="3">
                  <c:v>1.7550</c:v>
                </c:pt>
                <c:pt idx="4">
                  <c:v>0.5743</c:v>
                </c:pt>
                <c:pt idx="5">
                  <c:v>0.0000</c:v>
                </c:pt>
                <c:pt idx="6">
                  <c:v>0.3239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1.8188</c:v>
                </c:pt>
                <c:pt idx="3">
                  <c:v>4.0000</c:v>
                </c:pt>
                <c:pt idx="4">
                  <c:v>0.0088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1.8000</c:v>
                </c:pt>
                <c:pt idx="3">
                  <c:v>0.0188</c:v>
                </c:pt>
                <c:pt idx="4">
                  <c:v>4.0088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2.0780</c:v>
                </c:pt>
                <c:pt idx="1">
                  <c:v>12.0000</c:v>
                </c:pt>
                <c:pt idx="2">
                  <c:v>0.4992</c:v>
                </c:pt>
                <c:pt idx="3">
                  <c:v>0.0000</c:v>
                </c:pt>
                <c:pt idx="4">
                  <c:v>5.8276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605.16</c:v>
                </c:pt>
                <c:pt idx="1">
                  <c:v>107.35</c:v>
                </c:pt>
                <c:pt idx="2">
                  <c:v>16.05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227.6300</c:v>
                </c:pt>
                <c:pt idx="1">
                  <c:v>151.2100</c:v>
                </c:pt>
                <c:pt idx="2">
                  <c:v>129.2800</c:v>
                </c:pt>
                <c:pt idx="3">
                  <c:v>64.4500</c:v>
                </c:pt>
                <c:pt idx="4">
                  <c:v>20.4000</c:v>
                </c:pt>
                <c:pt idx="5">
                  <c:v>7.7200</c:v>
                </c:pt>
                <c:pt idx="6">
                  <c:v>4.4700</c:v>
                </c:pt>
                <c:pt idx="7">
                  <c:v>0.0000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28.6200</c:v>
                </c:pt>
                <c:pt idx="1">
                  <c:v>19.2100</c:v>
                </c:pt>
                <c:pt idx="2">
                  <c:v>39.6800</c:v>
                </c:pt>
                <c:pt idx="3">
                  <c:v>14.5100</c:v>
                </c:pt>
                <c:pt idx="4">
                  <c:v>0.0000</c:v>
                </c:pt>
                <c:pt idx="5">
                  <c:v>0.9400</c:v>
                </c:pt>
                <c:pt idx="6">
                  <c:v>4.3900</c:v>
                </c:pt>
                <c:pt idx="7">
                  <c:v>0.0000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0.0000</c:v>
                </c:pt>
                <c:pt idx="1">
                  <c:v>2.8100</c:v>
                </c:pt>
                <c:pt idx="2">
                  <c:v>12.8500</c:v>
                </c:pt>
                <c:pt idx="3">
                  <c:v>0.3900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0.0000</c:v>
                </c:pt>
                <c:pt idx="1">
                  <c:v>166.7700</c:v>
                </c:pt>
                <c:pt idx="2">
                  <c:v>0.0000</c:v>
                </c:pt>
                <c:pt idx="3">
                  <c:v>113.6500</c:v>
                </c:pt>
                <c:pt idx="4">
                  <c:v>31.6000</c:v>
                </c:pt>
                <c:pt idx="5">
                  <c:v>61.3400</c:v>
                </c:pt>
                <c:pt idx="6">
                  <c:v>64.1400</c:v>
                </c:pt>
                <c:pt idx="7">
                  <c:v>25.0000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28.2</c:v>
                </c:pt>
                <c:pt idx="5">
                  <c:v>12.72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17.21</c:v>
                </c:pt>
                <c:pt idx="10">
                  <c:v>19.81</c:v>
                </c:pt>
                <c:pt idx="11">
                  <c:v>25.2</c:v>
                </c:pt>
                <c:pt idx="12">
                  <c:v>5.37</c:v>
                </c:pt>
                <c:pt idx="13">
                  <c:v>12.71</c:v>
                </c:pt>
                <c:pt idx="14">
                  <c:v>13.44</c:v>
                </c:pt>
                <c:pt idx="15">
                  <c:v>26.75</c:v>
                </c:pt>
                <c:pt idx="16">
                  <c:v>9.88</c:v>
                </c:pt>
                <c:pt idx="17">
                  <c:v>11.77</c:v>
                </c:pt>
                <c:pt idx="18">
                  <c:v>22.15</c:v>
                </c:pt>
                <c:pt idx="19">
                  <c:v>21.04</c:v>
                </c:pt>
                <c:pt idx="20">
                  <c:v>20.93</c:v>
                </c:pt>
                <c:pt idx="21">
                  <c:v>10.9</c:v>
                </c:pt>
                <c:pt idx="22">
                  <c:v>19.58</c:v>
                </c:pt>
                <c:pt idx="23">
                  <c:v>16.79</c:v>
                </c:pt>
                <c:pt idx="24">
                  <c:v>26.21</c:v>
                </c:pt>
                <c:pt idx="25">
                  <c:v>14.14</c:v>
                </c:pt>
                <c:pt idx="26">
                  <c:v>22.83</c:v>
                </c:pt>
                <c:pt idx="27">
                  <c:v>20.32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12.85</c:v>
                </c:pt>
                <c:pt idx="6">
                  <c:v>3.77</c:v>
                </c:pt>
                <c:pt idx="7">
                  <c:v>7.38</c:v>
                </c:pt>
                <c:pt idx="8">
                  <c:v>4.23</c:v>
                </c:pt>
                <c:pt idx="9">
                  <c:v>11.08</c:v>
                </c:pt>
                <c:pt idx="10">
                  <c:v>18.48</c:v>
                </c:pt>
                <c:pt idx="11">
                  <c:v>26.24</c:v>
                </c:pt>
                <c:pt idx="12">
                  <c:v>15.83</c:v>
                </c:pt>
                <c:pt idx="13">
                  <c:v>6.6</c:v>
                </c:pt>
                <c:pt idx="14">
                  <c:v>14.41</c:v>
                </c:pt>
                <c:pt idx="15">
                  <c:v>18.13</c:v>
                </c:pt>
                <c:pt idx="16">
                  <c:v>16.86</c:v>
                </c:pt>
                <c:pt idx="17">
                  <c:v>13.24</c:v>
                </c:pt>
                <c:pt idx="18">
                  <c:v>20.33</c:v>
                </c:pt>
                <c:pt idx="19">
                  <c:v>14.82</c:v>
                </c:pt>
                <c:pt idx="20">
                  <c:v>32.85</c:v>
                </c:pt>
                <c:pt idx="21">
                  <c:v>11.54</c:v>
                </c:pt>
                <c:pt idx="22">
                  <c:v>12.29</c:v>
                </c:pt>
                <c:pt idx="23">
                  <c:v>18.96</c:v>
                </c:pt>
                <c:pt idx="24">
                  <c:v>26.14</c:v>
                </c:pt>
                <c:pt idx="25">
                  <c:v>19.48</c:v>
                </c:pt>
                <c:pt idx="26">
                  <c:v>10.88</c:v>
                </c:pt>
                <c:pt idx="27">
                  <c:v>21.03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14.36</c:v>
                </c:pt>
                <c:pt idx="6">
                  <c:v>0.0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14.23</c:v>
                </c:pt>
                <c:pt idx="12">
                  <c:v>35.99</c:v>
                </c:pt>
                <c:pt idx="13">
                  <c:v>4.16</c:v>
                </c:pt>
                <c:pt idx="14">
                  <c:v>12.33</c:v>
                </c:pt>
                <c:pt idx="15">
                  <c:v>15.45</c:v>
                </c:pt>
                <c:pt idx="16">
                  <c:v>22.93</c:v>
                </c:pt>
                <c:pt idx="17">
                  <c:v>6.79</c:v>
                </c:pt>
                <c:pt idx="18">
                  <c:v>6.94</c:v>
                </c:pt>
                <c:pt idx="19">
                  <c:v>17.48</c:v>
                </c:pt>
                <c:pt idx="20">
                  <c:v>25.31</c:v>
                </c:pt>
                <c:pt idx="21">
                  <c:v>34.41</c:v>
                </c:pt>
                <c:pt idx="22">
                  <c:v>11.12</c:v>
                </c:pt>
                <c:pt idx="23">
                  <c:v>10.26</c:v>
                </c:pt>
                <c:pt idx="24">
                  <c:v>22.82</c:v>
                </c:pt>
                <c:pt idx="25">
                  <c:v>24.51</c:v>
                </c:pt>
                <c:pt idx="26">
                  <c:v>15.42</c:v>
                </c:pt>
                <c:pt idx="27">
                  <c:v>17.65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8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12.0</c:v>
                </c:pt>
                <c:pt idx="23">
                  <c:v>15.44</c:v>
                </c:pt>
                <c:pt idx="24">
                  <c:v>19.28</c:v>
                </c:pt>
                <c:pt idx="25">
                  <c:v>11.19</c:v>
                </c:pt>
                <c:pt idx="26">
                  <c:v>17.62</c:v>
                </c:pt>
                <c:pt idx="27">
                  <c:v>6.92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11865.65</c:v>
                </c:pt>
                <c:pt idx="1">
                  <c:v>3938.94</c:v>
                </c:pt>
                <c:pt idx="2">
                  <c:v>2609.91</c:v>
                </c:pt>
                <c:pt idx="3">
                  <c:v>1327.8</c:v>
                </c:pt>
                <c:pt idx="4">
                  <c:v>1287.52</c:v>
                </c:pt>
                <c:pt idx="5">
                  <c:v>188.05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750" b="0" i="0" u="none" strike="noStrike" kern="1200" baseline="0">
                        <a:solidFill>
                          <a:schemeClr val="tx1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rPr lang="en-US" altLang="zh-CN">
                        <a:solidFill>
                          <a:schemeClr val="tx1"/>
                        </a:solidFill>
                      </a:rPr>
                      <a:t>32.2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3732.53</c:v>
                </c:pt>
                <c:pt idx="1">
                  <c:v>576.59</c:v>
                </c:pt>
                <c:pt idx="2">
                  <c:v>301.8</c:v>
                </c:pt>
                <c:pt idx="3">
                  <c:v>0.0</c:v>
                </c:pt>
                <c:pt idx="4">
                  <c:v>685.91</c:v>
                </c:pt>
                <c:pt idx="5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1204.1</c:v>
                </c:pt>
                <c:pt idx="1">
                  <c:v>187.42</c:v>
                </c:pt>
                <c:pt idx="2">
                  <c:v>0.0</c:v>
                </c:pt>
                <c:pt idx="3">
                  <c:v>0.0</c:v>
                </c:pt>
                <c:pt idx="4">
                  <c:v>78.0</c:v>
                </c:pt>
                <c:pt idx="5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4269.8</c:v>
                </c:pt>
                <c:pt idx="1">
                  <c:v>3938.94</c:v>
                </c:pt>
                <c:pt idx="2">
                  <c:v>3490.59</c:v>
                </c:pt>
                <c:pt idx="3">
                  <c:v>2781.85</c:v>
                </c:pt>
                <c:pt idx="4">
                  <c:v>2718.31</c:v>
                </c:pt>
                <c:pt idx="5">
                  <c:v>2591.81</c:v>
                </c:pt>
                <c:pt idx="6">
                  <c:v>1937.79</c:v>
                </c:pt>
                <c:pt idx="7">
                  <c:v>1885.7</c:v>
                </c:pt>
                <c:pt idx="8">
                  <c:v>1248.0</c:v>
                </c:pt>
                <c:pt idx="9">
                  <c:v>834.66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893.28</c:v>
                </c:pt>
                <c:pt idx="1">
                  <c:v>576.59</c:v>
                </c:pt>
                <c:pt idx="2">
                  <c:v>453.66</c:v>
                </c:pt>
                <c:pt idx="3">
                  <c:v>101.07</c:v>
                </c:pt>
                <c:pt idx="4">
                  <c:v>237.69</c:v>
                </c:pt>
                <c:pt idx="5">
                  <c:v>301.8</c:v>
                </c:pt>
                <c:pt idx="6">
                  <c:v>2396.71</c:v>
                </c:pt>
                <c:pt idx="7">
                  <c:v>77.94</c:v>
                </c:pt>
                <c:pt idx="8">
                  <c:v>0.0</c:v>
                </c:pt>
                <c:pt idx="9">
                  <c:v>126.91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174.02</c:v>
                </c:pt>
                <c:pt idx="1">
                  <c:v>187.42</c:v>
                </c:pt>
                <c:pt idx="2">
                  <c:v>96.0</c:v>
                </c:pt>
                <c:pt idx="3">
                  <c:v>0.0</c:v>
                </c:pt>
                <c:pt idx="4">
                  <c:v>28.5</c:v>
                </c:pt>
                <c:pt idx="5">
                  <c:v>0.0</c:v>
                </c:pt>
                <c:pt idx="6">
                  <c:v>923.58</c:v>
                </c:pt>
                <c:pt idx="7">
                  <c:v>78.0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5.84</c:v>
                </c:pt>
                <c:pt idx="6">
                  <c:v>2.11</c:v>
                </c:pt>
                <c:pt idx="7">
                  <c:v>6.93</c:v>
                </c:pt>
                <c:pt idx="8">
                  <c:v>3.41</c:v>
                </c:pt>
                <c:pt idx="9">
                  <c:v>9.8</c:v>
                </c:pt>
                <c:pt idx="10">
                  <c:v>11.35</c:v>
                </c:pt>
                <c:pt idx="11">
                  <c:v>12.91</c:v>
                </c:pt>
                <c:pt idx="12">
                  <c:v>3.12</c:v>
                </c:pt>
                <c:pt idx="13">
                  <c:v>6.85</c:v>
                </c:pt>
                <c:pt idx="14">
                  <c:v>8.65</c:v>
                </c:pt>
                <c:pt idx="15">
                  <c:v>19.87</c:v>
                </c:pt>
                <c:pt idx="16">
                  <c:v>3.63</c:v>
                </c:pt>
                <c:pt idx="17">
                  <c:v>9.9</c:v>
                </c:pt>
                <c:pt idx="18">
                  <c:v>11.81</c:v>
                </c:pt>
                <c:pt idx="19">
                  <c:v>11.16</c:v>
                </c:pt>
                <c:pt idx="20">
                  <c:v>14.85</c:v>
                </c:pt>
                <c:pt idx="21">
                  <c:v>8.03</c:v>
                </c:pt>
                <c:pt idx="22">
                  <c:v>14.97</c:v>
                </c:pt>
                <c:pt idx="23">
                  <c:v>15.27</c:v>
                </c:pt>
                <c:pt idx="24">
                  <c:v>14.59</c:v>
                </c:pt>
                <c:pt idx="25">
                  <c:v>12.6</c:v>
                </c:pt>
                <c:pt idx="26">
                  <c:v>11.4</c:v>
                </c:pt>
                <c:pt idx="27">
                  <c:v>16.73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4.29</c:v>
                </c:pt>
                <c:pt idx="6">
                  <c:v>2.65</c:v>
                </c:pt>
                <c:pt idx="7">
                  <c:v>4.44</c:v>
                </c:pt>
                <c:pt idx="8">
                  <c:v>2.12</c:v>
                </c:pt>
                <c:pt idx="9">
                  <c:v>8.23</c:v>
                </c:pt>
                <c:pt idx="10">
                  <c:v>8.79</c:v>
                </c:pt>
                <c:pt idx="11">
                  <c:v>19.04</c:v>
                </c:pt>
                <c:pt idx="12">
                  <c:v>6.11</c:v>
                </c:pt>
                <c:pt idx="13">
                  <c:v>4.97</c:v>
                </c:pt>
                <c:pt idx="14">
                  <c:v>7.99</c:v>
                </c:pt>
                <c:pt idx="15">
                  <c:v>9.4</c:v>
                </c:pt>
                <c:pt idx="16">
                  <c:v>14.75</c:v>
                </c:pt>
                <c:pt idx="17">
                  <c:v>6.0</c:v>
                </c:pt>
                <c:pt idx="18">
                  <c:v>11.76</c:v>
                </c:pt>
                <c:pt idx="19">
                  <c:v>10.19</c:v>
                </c:pt>
                <c:pt idx="20">
                  <c:v>19.68</c:v>
                </c:pt>
                <c:pt idx="21">
                  <c:v>8.32</c:v>
                </c:pt>
                <c:pt idx="22">
                  <c:v>8.7</c:v>
                </c:pt>
                <c:pt idx="23">
                  <c:v>15.49</c:v>
                </c:pt>
                <c:pt idx="24">
                  <c:v>20.22</c:v>
                </c:pt>
                <c:pt idx="25">
                  <c:v>10.72</c:v>
                </c:pt>
                <c:pt idx="26">
                  <c:v>7.66</c:v>
                </c:pt>
                <c:pt idx="27">
                  <c:v>10.55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3.4</c:v>
                </c:pt>
                <c:pt idx="11">
                  <c:v>2.09</c:v>
                </c:pt>
                <c:pt idx="12">
                  <c:v>11.68</c:v>
                </c:pt>
                <c:pt idx="13">
                  <c:v>4.79</c:v>
                </c:pt>
                <c:pt idx="14">
                  <c:v>15.54</c:v>
                </c:pt>
                <c:pt idx="15">
                  <c:v>7.99</c:v>
                </c:pt>
                <c:pt idx="16">
                  <c:v>10.27</c:v>
                </c:pt>
                <c:pt idx="17">
                  <c:v>5.12</c:v>
                </c:pt>
                <c:pt idx="18">
                  <c:v>10.89</c:v>
                </c:pt>
                <c:pt idx="19">
                  <c:v>10.48</c:v>
                </c:pt>
                <c:pt idx="20">
                  <c:v>9.6</c:v>
                </c:pt>
                <c:pt idx="21">
                  <c:v>5.68</c:v>
                </c:pt>
                <c:pt idx="22">
                  <c:v>8.62</c:v>
                </c:pt>
                <c:pt idx="23">
                  <c:v>5.98</c:v>
                </c:pt>
                <c:pt idx="24">
                  <c:v>15.73</c:v>
                </c:pt>
                <c:pt idx="25">
                  <c:v>9.92</c:v>
                </c:pt>
                <c:pt idx="26">
                  <c:v>15.23</c:v>
                </c:pt>
                <c:pt idx="27">
                  <c:v>6.17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2861522057844"/>
          <c:y val="0.101338432122371"/>
          <c:w val="0.919392243102759"/>
          <c:h val="0.5239961759082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6.86M/11件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3.90M/6件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10.53M/19件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365187258429961"/>
                  <c:y val="-0.045889101338432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4.21M/9件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4.13M/7件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3.42M/10件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6.86</c:v>
                </c:pt>
                <c:pt idx="1">
                  <c:v>3.9</c:v>
                </c:pt>
                <c:pt idx="2">
                  <c:v>10.53</c:v>
                </c:pt>
                <c:pt idx="3">
                  <c:v>4.21</c:v>
                </c:pt>
                <c:pt idx="4">
                  <c:v>4.13</c:v>
                </c:pt>
                <c:pt idx="5">
                  <c:v>3.42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E8A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7.00M/6件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4.29M/3件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453518592562976"/>
                  <c:y val="-0.056405353728489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3.12M/3件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5.85M/7件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4.68M/7件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7.0</c:v>
                </c:pt>
                <c:pt idx="1">
                  <c:v>3.46</c:v>
                </c:pt>
                <c:pt idx="2">
                  <c:v>4.29</c:v>
                </c:pt>
                <c:pt idx="3">
                  <c:v>3.12</c:v>
                </c:pt>
                <c:pt idx="4">
                  <c:v>2.73</c:v>
                </c:pt>
                <c:pt idx="5">
                  <c:v>5.85</c:v>
                </c:pt>
                <c:pt idx="6">
                  <c:v>4.68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7005763-4f22-4efc-bf15-1e3cf181811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4644911060586"/>
          <c:y val="0.0476398601398601"/>
          <c:w val="0.919111943292764"/>
          <c:h val="0.73041958041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6.24M/10件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4.91M/8件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8.19M/14件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5.77M/12件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3.74M/6件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4.59M/13件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6.24</c:v>
                </c:pt>
                <c:pt idx="1">
                  <c:v>4.91</c:v>
                </c:pt>
                <c:pt idx="2">
                  <c:v>8.19</c:v>
                </c:pt>
                <c:pt idx="3">
                  <c:v>5.77</c:v>
                </c:pt>
                <c:pt idx="4">
                  <c:v>3.74</c:v>
                </c:pt>
                <c:pt idx="5">
                  <c:v>4.59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F5D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10.90M/6件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5.07M/4件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3.12M/4件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5.85M/7件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4.68M/7件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10.9</c:v>
                </c:pt>
                <c:pt idx="1">
                  <c:v>3.46</c:v>
                </c:pt>
                <c:pt idx="2">
                  <c:v>5.07</c:v>
                </c:pt>
                <c:pt idx="3">
                  <c:v>2.73</c:v>
                </c:pt>
                <c:pt idx="4">
                  <c:v>3.12</c:v>
                </c:pt>
                <c:pt idx="5">
                  <c:v>5.85</c:v>
                </c:pt>
                <c:pt idx="6">
                  <c:v>4.68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991f72a-4d5a-403a-a640-30fd215da8a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600"/>
      </a:pPr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12.80M/23件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84.79M/61件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44.52M/37件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25.66M/28件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14.68M/11件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3.51M/9件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1.56M/3件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12.8</c:v>
                </c:pt>
                <c:pt idx="1">
                  <c:v>84.79</c:v>
                </c:pt>
                <c:pt idx="2">
                  <c:v>44.52</c:v>
                </c:pt>
                <c:pt idx="3">
                  <c:v>25.66</c:v>
                </c:pt>
                <c:pt idx="4">
                  <c:v>14.68</c:v>
                </c:pt>
                <c:pt idx="5">
                  <c:v>3.51</c:v>
                </c:pt>
                <c:pt idx="6">
                  <c:v>1.56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82C89A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9.15M/6件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14.18M/5件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199893390191898"/>
                  <c:y val="-0.09100427769575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1.56M/2件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7.02M/5件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5.46</c:v>
                </c:pt>
                <c:pt idx="1">
                  <c:v>9.15</c:v>
                </c:pt>
                <c:pt idx="2">
                  <c:v>14.18</c:v>
                </c:pt>
                <c:pt idx="3">
                  <c:v>1.56</c:v>
                </c:pt>
                <c:pt idx="4">
                  <c:v>7.02</c:v>
                </c:pt>
                <c:pt idx="5">
                  <c:v>2.73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f6b1759-8741-4a5a-8d20-0511a974491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80619488062"/>
          <c:y val="0.05"/>
          <c:w val="0.837631748763175"/>
          <c:h val="0.65935064935064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187.52</c:v>
                </c:pt>
                <c:pt idx="1">
                  <c:v>40.1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Sheet1!$C$2:$C$3</c:f>
              <c:numCache>
                <c:formatCode>0.00_ </c:formatCode>
                <c:ptCount val="2"/>
                <c:pt idx="0">
                  <c:v>16.92</c:v>
                </c:pt>
                <c:pt idx="1">
                  <c:v>11.7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Sheet1!$D$2:$D$3</c:f>
              <c:numCache>
                <c:formatCode>0.00_ 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22614801604993"/>
          <c:y val="0.876466275659824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Sheet1!$A$2:$A$3</c:f>
              <c:strCache>
                <c:ptCount val="2"/>
                <c:pt idx="0">
                  <c:v>已批核</c:v>
                </c:pt>
                <c:pt idx="1">
                  <c:v>目标剩余</c:v>
                </c:pt>
              </c:strCache>
            </c:strRef>
          </c:cat>
          <c:val>
            <c:numRef>
              <c:f>Sheet1!$B$2:$B$3</c:f>
              <c:numCache>
                <c:formatCode>_ * #,##0_ ;_ * \-#,##0_ ;_ * "-"??_ ;_ @_ </c:formatCode>
                <c:ptCount val="2"/>
                <c:pt idx="0">
                  <c:v>227.63</c:v>
                </c:pt>
                <c:pt idx="1">
                  <c:v>-27.629999999999995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tags" Target="../tags/tag66.xml"/><Relationship Id="rId15" Type="http://schemas.openxmlformats.org/officeDocument/2006/relationships/tags" Target="../tags/tag67.xml"/><Relationship Id="rId16" Type="http://schemas.openxmlformats.org/officeDocument/2006/relationships/tags" Target="../tags/tag68.xml"/><Relationship Id="rId17" Type="http://schemas.openxmlformats.org/officeDocument/2006/relationships/tags" Target="../tags/tag69.xml"/><Relationship Id="rId18" Type="http://schemas.openxmlformats.org/officeDocument/2006/relationships/tags" Target="../tags/tag70.xml"/><Relationship Id="rId19" Type="http://schemas.openxmlformats.org/officeDocument/2006/relationships/tags" Target="../tags/tag71.xml"/><Relationship Id="rId20" Type="http://schemas.openxmlformats.org/officeDocument/2006/relationships/tags" Target="../tags/tag72.xml"/><Relationship Id="rId21" Type="http://schemas.openxmlformats.org/officeDocument/2006/relationships/tags" Target="../tags/tag73.xml"/><Relationship Id="rId22" Type="http://schemas.openxmlformats.org/officeDocument/2006/relationships/tags" Target="../tags/tag74.xml"/><Relationship Id="rId23" Type="http://schemas.openxmlformats.org/officeDocument/2006/relationships/tags" Target="../tags/tag75.xml"/><Relationship Id="rId24" Type="http://schemas.openxmlformats.org/officeDocument/2006/relationships/tags" Target="../tags/tag76.xml"/><Relationship Id="rId25" Type="http://schemas.openxmlformats.org/officeDocument/2006/relationships/tags" Target="../tags/tag77.xml"/><Relationship Id="rId26" Type="http://schemas.openxmlformats.org/officeDocument/2006/relationships/tags" Target="../tags/tag78.xml"/><Relationship Id="rId27" Type="http://schemas.openxmlformats.org/officeDocument/2006/relationships/tags" Target="../tags/tag79.xml"/><Relationship Id="rId28" Type="http://schemas.openxmlformats.org/officeDocument/2006/relationships/tags" Target="../tags/tag80.xml"/><Relationship Id="rId29" Type="http://schemas.openxmlformats.org/officeDocument/2006/relationships/tags" Target="../tags/tag81.xml"/><Relationship Id="rId30" Type="http://schemas.openxmlformats.org/officeDocument/2006/relationships/tags" Target="../tags/tag82.xml"/><Relationship Id="rId31" Type="http://schemas.openxmlformats.org/officeDocument/2006/relationships/tags" Target="../tags/tag83.xml"/><Relationship Id="rId32" Type="http://schemas.openxmlformats.org/officeDocument/2006/relationships/chart" Target="../charts/chart21.xml"/><Relationship Id="rId33" Type="http://schemas.openxmlformats.org/officeDocument/2006/relationships/chart" Target="../charts/chart22.xml"/><Relationship Id="rId34" Type="http://schemas.openxmlformats.org/officeDocument/2006/relationships/chart" Target="../charts/chart23.xml"/><Relationship Id="rId35" Type="http://schemas.openxmlformats.org/officeDocument/2006/relationships/tags" Target="../tags/tag84.xml"/><Relationship Id="rId36" Type="http://schemas.openxmlformats.org/officeDocument/2006/relationships/chart" Target="../charts/chart24.xml"/><Relationship Id="rId37" Type="http://schemas.openxmlformats.org/officeDocument/2006/relationships/chart" Target="../charts/chart25.xml"/><Relationship Id="rId38" Type="http://schemas.openxmlformats.org/officeDocument/2006/relationships/tags" Target="../tags/tag85.xml"/><Relationship Id="rId39" Type="http://schemas.openxmlformats.org/officeDocument/2006/relationships/tags" Target="../tags/tag86.xml"/><Relationship Id="rId40" Type="http://schemas.openxmlformats.org/officeDocument/2006/relationships/tags" Target="../tags/tag87.xml"/><Relationship Id="rId41" Type="http://schemas.openxmlformats.org/officeDocument/2006/relationships/tags" Target="../tags/tag88.xml"/><Relationship Id="rId42" Type="http://schemas.openxmlformats.org/officeDocument/2006/relationships/tags" Target="../tags/tag89.xml"/><Relationship Id="rId43" Type="http://schemas.openxmlformats.org/officeDocument/2006/relationships/tags" Target="../tags/tag90.xml"/><Relationship Id="rId44" Type="http://schemas.openxmlformats.org/officeDocument/2006/relationships/tags" Target="../tags/tag91.xml"/><Relationship Id="rId45" Type="http://schemas.openxmlformats.org/officeDocument/2006/relationships/tags" Target="../tags/tag92.xml"/><Relationship Id="rId46" Type="http://schemas.openxmlformats.org/officeDocument/2006/relationships/tags" Target="../tags/tag93.xml"/><Relationship Id="rId47" Type="http://schemas.openxmlformats.org/officeDocument/2006/relationships/tags" Target="../tags/tag94.xml"/><Relationship Id="rId48" Type="http://schemas.openxmlformats.org/officeDocument/2006/relationships/tags" Target="../tags/tag95.xml"/><Relationship Id="rId49" Type="http://schemas.openxmlformats.org/officeDocument/2006/relationships/tags" Target="../tags/tag96.xml"/><Relationship Id="rId50" Type="http://schemas.openxmlformats.org/officeDocument/2006/relationships/tags" Target="../tags/tag97.xml"/><Relationship Id="rId51" Type="http://schemas.openxmlformats.org/officeDocument/2006/relationships/tags" Target="../tags/tag98.xml"/><Relationship Id="rId52" Type="http://schemas.openxmlformats.org/officeDocument/2006/relationships/tags" Target="../tags/tag99.xml"/><Relationship Id="rId53" Type="http://schemas.openxmlformats.org/officeDocument/2006/relationships/tags" Target="../tags/tag100.xml"/><Relationship Id="rId54" Type="http://schemas.openxmlformats.org/officeDocument/2006/relationships/tags" Target="../tags/tag101.xml"/><Relationship Id="rId55" Type="http://schemas.openxmlformats.org/officeDocument/2006/relationships/tags" Target="../tags/tag102.xml"/><Relationship Id="rId56" Type="http://schemas.openxmlformats.org/officeDocument/2006/relationships/tags" Target="../tags/tag103.xml"/><Relationship Id="rId57" Type="http://schemas.openxmlformats.org/officeDocument/2006/relationships/image" Target="../media/image13.png"/><Relationship Id="rId58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-508M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605M / 剩余缺口 508M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512M / 剩余缺口 464M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APE 达 605.2M，达成率 54.4%，全年目标 1113M 缺口约 508M。3 月预约件数 216 件，环比 +96.4%，前端动能延续，Q2 转化批核可期。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  |  占比 79.4%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 件  |  占比 14.1%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 件  |  占比 2.1%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33.6M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 件  |  占比 4.4%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未批核（107.3M，235 件）与待签（16.0M，42 件）合计 123.4M 在管道中，占批核 APE 的 20%。若能快速推进至生效，可直接拉升达成率逾 11 个百分点。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经代业务批核 508.1M 占全渠道 84.0%，是唯一业绩主力；未批核 87.5M 是最大转化机会。其余渠道：代理人业务（批核 72.2M）、KA业务（批核 24.9M），体量较小，需明确各渠道扩量优先级。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2" name="Text 88"/>
          <p:cNvSpPr/>
          <p:nvPr/>
        </p:nvSpPr>
        <p:spPr>
          <a:xfrm>
            <a:off x="8487918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26-Jan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905484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62177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8" name="Text 94"/>
          <p:cNvSpPr/>
          <p:nvPr/>
        </p:nvSpPr>
        <p:spPr>
          <a:xfrm>
            <a:off x="8487918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53.9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905484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62177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4" name="Text 100"/>
          <p:cNvSpPr/>
          <p:nvPr/>
        </p:nvSpPr>
        <p:spPr>
          <a:xfrm>
            <a:off x="8487918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132件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905484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62177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1" name="Text 107"/>
          <p:cNvSpPr/>
          <p:nvPr/>
        </p:nvSpPr>
        <p:spPr>
          <a:xfrm>
            <a:off x="8487918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47.9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905484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62177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82.2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7" name="Text 113"/>
          <p:cNvSpPr/>
          <p:nvPr/>
        </p:nvSpPr>
        <p:spPr>
          <a:xfrm>
            <a:off x="8487918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114件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905484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62177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4" name="Text 120"/>
          <p:cNvSpPr/>
          <p:nvPr/>
        </p:nvSpPr>
        <p:spPr>
          <a:xfrm>
            <a:off x="8487918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116.8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905484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62177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0" name="Text 126"/>
          <p:cNvSpPr/>
          <p:nvPr/>
        </p:nvSpPr>
        <p:spPr>
          <a:xfrm>
            <a:off x="8487918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203件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905484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62177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 Q1 呈现存量驱动特征，2月批核峰值 143.7M 为全年迄今最高。3 月预约/签单同步走强，前端动能复苏。7月初已批核 32.9M，节后启动正常，后续 9 个月需月均 83.8M 以达成年度目标。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10129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129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129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129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129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129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129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0696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696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81.9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696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696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696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696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696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263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263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263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263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263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263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62.0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263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830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830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49.5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830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124件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830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39.2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830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830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32.9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830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2026 年 3 月预约件数从 2 月 110 件增至 216 件（环比 +96.4%），前端明显回暖。但 3 月件均 APE 3.8 万低于 2 月 5.1 万，显示新增单偏中小额，需关注单均下滑趋势。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1756664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84.6M/月（剩余 508M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1–4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 达成率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45.6% 目标剩余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84.6M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W28，已批核 605.2M（达成率 54.4%），完成全年目标 1113M 还需约 508M，剩余 9 个月月均需 56.4M。若 4–12 月维持 80–100M 节奏，全年可达标。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013517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-41.3%</a:t>
            </a: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629126" y="1818544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3608984" y="2879313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-54.3%</a:t>
            </a:r>
          </a:p>
        </p:txBody>
      </p:sp>
      <p:sp>
        <p:nvSpPr>
          <p:cNvPr id="108" name="Ann_QD"/>
          <p:cNvSpPr/>
          <p:nvPr/>
        </p:nvSpPr>
        <p:spPr>
          <a:xfrm>
            <a:off x="3608984" y="303888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-0.5%</a:t>
            </a: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3485413" y="469170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-47.0%</a:t>
            </a:r>
          </a:p>
        </p:txBody>
      </p:sp>
      <p:sp>
        <p:nvSpPr>
          <p:cNvPr id="117" name="Ann_PH"/>
          <p:cNvSpPr/>
          <p:nvPr/>
        </p:nvSpPr>
        <p:spPr>
          <a:xfrm>
            <a:off x="3485413" y="5550191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3629126" y="1177380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+3.0%</a:t>
            </a: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3608984" y="321115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+38.7%</a:t>
            </a:r>
          </a:p>
        </p:txBody>
      </p:sp>
      <p:sp>
        <p:nvSpPr>
          <p:cNvPr id="11" name="Ann_PH"/>
          <p:cNvSpPr/>
          <p:nvPr/>
        </p:nvSpPr>
        <p:spPr>
          <a:xfrm>
            <a:off x="3485413" y="485140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-14.8%</a:t>
            </a: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3629126" y="1334893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+21.5%</a:t>
            </a:r>
          </a:p>
        </p:txBody>
      </p:sp>
      <p:sp>
        <p:nvSpPr>
          <p:cNvPr id="123" name="Ann_YY"/>
          <p:cNvSpPr/>
          <p:nvPr/>
        </p:nvSpPr>
        <p:spPr>
          <a:xfrm>
            <a:off x="3629126" y="1492405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</a:p>
        </p:txBody>
      </p:sp>
      <p:sp>
        <p:nvSpPr>
          <p:cNvPr id="124" name="Ann_YY"/>
          <p:cNvSpPr/>
          <p:nvPr/>
        </p:nvSpPr>
        <p:spPr>
          <a:xfrm>
            <a:off x="3629126" y="1649918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</a:p>
        </p:txBody>
      </p:sp>
      <p:sp>
        <p:nvSpPr>
          <p:cNvPr id="125" name="Ann_QD"/>
          <p:cNvSpPr/>
          <p:nvPr/>
        </p:nvSpPr>
        <p:spPr>
          <a:xfrm>
            <a:off x="3608984" y="338342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</a:p>
        </p:txBody>
      </p:sp>
      <p:sp>
        <p:nvSpPr>
          <p:cNvPr id="126" name="Ann_QD"/>
          <p:cNvSpPr/>
          <p:nvPr/>
        </p:nvSpPr>
        <p:spPr>
          <a:xfrm>
            <a:off x="3608984" y="355569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</a:p>
        </p:txBody>
      </p:sp>
      <p:sp>
        <p:nvSpPr>
          <p:cNvPr id="127" name="Ann_QD"/>
          <p:cNvSpPr/>
          <p:nvPr/>
        </p:nvSpPr>
        <p:spPr>
          <a:xfrm>
            <a:off x="3608984" y="372796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</a:p>
        </p:txBody>
      </p:sp>
      <p:sp>
        <p:nvSpPr>
          <p:cNvPr id="128" name="Ann_PH"/>
          <p:cNvSpPr/>
          <p:nvPr/>
        </p:nvSpPr>
        <p:spPr>
          <a:xfrm>
            <a:off x="3485413" y="501109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</a:p>
        </p:txBody>
      </p:sp>
      <p:sp>
        <p:nvSpPr>
          <p:cNvPr id="129" name="Ann_PH"/>
          <p:cNvSpPr/>
          <p:nvPr/>
        </p:nvSpPr>
        <p:spPr>
          <a:xfrm>
            <a:off x="3485413" y="517079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</a:p>
        </p:txBody>
      </p:sp>
      <p:sp>
        <p:nvSpPr>
          <p:cNvPr id="130" name="Ann_PH"/>
          <p:cNvSpPr/>
          <p:nvPr/>
        </p:nvSpPr>
        <p:spPr>
          <a:xfrm>
            <a:off x="3485413" y="533048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511.6M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1012件  |  达成率52.4%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976M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缺口679M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78.0M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未批核160件|  件均48.8万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待签19件  |  件均35.0万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 TOP10 产品累计签单 130.8M（163 件），集中度高。头部产品「万年青·卓金保险计划II」贡献 27.2M/45 件，件均 60.4 万。中小额产品虽件数占比大，但单均偏低，需关注大单产品的持续性供给。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27.18M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60.4万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18.19M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101.0万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16.77M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129.0万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15.24M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46.2万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11.70M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146.2万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11.68M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9.75M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7.04M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43.9万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万年青·星河传承保险计划II（2年）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130.8M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41.4万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39.50M</a:t>
            </a:r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39.50M</a:t>
            </a:r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22.24M</a:t>
            </a:r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27.30M</a:t>
            </a:r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26.16M</a:t>
            </a:r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11.33M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15.18M</a:t>
            </a:r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12.81M</a:t>
            </a:r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14.96M</a:t>
            </a:r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23.49M</a:t>
            </a:r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14.89M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0.48M</a:t>
            </a:r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0.48M</a:t>
            </a:r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0.09M</a:t>
            </a:r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1.01M</a:t>
            </a:r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55.16M</a:t>
            </a:r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55.16M</a:t>
            </a:r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35.15M</a:t>
            </a:r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42.25M</a:t>
            </a:r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50.66M</a:t>
            </a:r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26.23M</a:t>
            </a:r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27.22M</a:t>
            </a:r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27.22M</a:t>
            </a:r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21.70M</a:t>
            </a:r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27.38M</a:t>
            </a:r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6.24M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12.29M</a:t>
            </a:r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27.54M</a:t>
            </a:r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1.56M</a:t>
            </a:r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7700645" y="1009015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4452" y="1295574"/>
            <a:ext cx="442955" cy="442955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535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3151762" y="3797499"/>
            <a:ext cx="580637" cy="580637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39313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1619214" y="2030620"/>
            <a:ext cx="518487" cy="518487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2564106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4" name="Shape 71"/>
          <p:cNvSpPr/>
          <p:nvPr/>
        </p:nvSpPr>
        <p:spPr>
          <a:xfrm>
            <a:off x="1945706" y="4418189"/>
            <a:ext cx="438830" cy="438830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841381" y="4251427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6422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968896" y="5619336"/>
            <a:ext cx="255499" cy="255499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8983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1003353" y="5870432"/>
            <a:ext cx="238704" cy="238704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69084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09855" y="6300470"/>
            <a:ext cx="3776345" cy="39624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BK业务达成率 113.8% 领跑全渠道，是唯一接近达标的渠道。天领业务规模较大（批核 64.5M）但达成率仅 33.4%，是最大战略风险点。IFA业务达成率仅 0.0%，需重点关注。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54.4%  |  剩余缺口 508M  |  需 6 个月完成 45.6%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BK业务贡献最大批核（227.6M）。已批核 + 在途合计 728.5M，距目标 1113M 仍差 384M。若未批核 107.3M 与待签 16.0M 快速推进，可直接拉升年度达成。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3251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−228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386997"/>
            <a:ext cx="241200" cy="553024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16411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−151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940021"/>
            <a:ext cx="241200" cy="472819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3767747"/>
            <a:ext cx="244475" cy="392613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354486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−107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160361"/>
            <a:ext cx="241300" cy="587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937481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−16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219061"/>
            <a:ext cx="238760" cy="140602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399618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384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717141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−129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412840"/>
            <a:ext cx="241200" cy="235714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189960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−64</a:t>
            </a:r>
            <a:r>
              <a:rPr lang="en-US" altLang="zh-CN" sz="750" b="1" dirty="0">
                <a:solidFill>
                  <a:srgbClr val="5295C3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3648555"/>
            <a:ext cx="241300" cy="74609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425675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−20</a:t>
            </a:r>
            <a:r>
              <a:rPr lang="en-US" altLang="zh-CN" sz="750" b="1" dirty="0">
                <a:solidFill>
                  <a:srgbClr val="7030A0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3751399"/>
            <a:ext cx="241300" cy="163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528519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−4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/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3723164"/>
            <a:ext cx="241300" cy="28234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500284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−8</a:t>
            </a:r>
            <a:r>
              <a:rPr lang="en-US" sz="750" b="1" dirty="0">
                <a:solidFill>
                  <a:srgbClr val="C00000"/>
                </a:solidFill>
                <a:cs typeface="+mn-lt"/>
              </a:rPr>
              <a:t/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/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永明经代：3 月签单 27.6M 居首，前端动能最强。BK业务：2 月批核峰 93.9M 为存量集中放款。各业务线节奏分化明显，需按渠道特征差异化管理。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443661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61949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256.2M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450977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450977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450062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227.6▌28.6▌0.0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6624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173.2M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735574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735574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7264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151.2▌19.2▌2.8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581021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763901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181.8M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654173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654173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64502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129.3▌39.7▌12.8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505841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79.4M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64.5▌14.5▌0.4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982724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2165604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20.4M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2055876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204673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20.4▌0.0▌0.0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316407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34695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8.7M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323723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323723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322808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7.7▌0.9▌0.0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合伙转介业务未批核占比最高（50%），金额达 4.4M，催核优先级最高。其余业务线管道分布相对均衡，需按未批核规模排序推进。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  83.1%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  14.7%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   2.2%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管道总值 728.5M 中，批核占 83.1%（605.2M）。剩余 123.4M（未批 107.3M + 待签 16.0M）若转化可直接推高达成率 11+。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BK业务批核 227.6M 已达目标 200M 的 113.8%，是唯一接近达标的业务线。永明经代目标最大（340M）但实际仅 151.2M，缺口 189M 为最大绝对值，是最大战略风险点。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8082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911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881374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881374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8722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4.5▌4.4▌0.0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447546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630426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51155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440.9M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1114件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425.8M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1077件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602.0M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1156件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 累计 602.0M 显著高于预约 440.9M，反映跨周积压存量消化效应。签单累计 425.8M，递交→批核转化效率较高。W07 预约低点 2.7M 需关注执行节奏。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W21 签单峰 32.8M 为阶段高点；W08 批核峰 67.0M 为存量集中消化；W05 预约峰 28.2M 显示前端动能。周度节奏呈脉冲式特征，需关注执行连续性。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W28（2026）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20.3M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环比-11.0%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21.0M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环比+93.3%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环比-60.7%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 预约 20.3M/51件；签单 21.0M/43件；批核 6.9M/29件。未批核 107.3M（235件）是 Q2 批核的核心转化储量。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204.4M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194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42.7M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53.4M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51.8M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39.4M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34.9M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40.4M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28.3M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33.1M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27.8M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25.9M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28.9M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19.4M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24.0M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52.6M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473.2M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845件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82.7M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570.4M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1065件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1030.6M（占全业务 170.3%），高度集中。 以 576.8M 独占 95.3%，是最核心的单一客户，亦是最大集中风险点。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BK业务件均 APE 最高（116万）且平均时效 71.8 天（P90=145 天），是唯一超 SLA=60 天渠道，大额件审核慢是主要风险。天领业务均值 19.7 天效率最优。整体均值 30 天，P90=72 天。BK业务 平均时效超 60 天 SLA。</a:t>
            </a:r>
            <a:endParaRPr lang="en-US" sz="5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预约总量 440.9M/1114件。同行经代领跑，累计 139.9M/398件，占比 32%。W05 单周峰值 28.2M/32件，是本季度最高单周贡献。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签单总量 425.8M/1077件。同行经代领跑，累计 127.2M/367件，占比 30%。W21 单周峰值 32.8M/66件，是本季度最高单周贡献。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批核总量 602.0M/1156件。BK业务领跑，累计 224.5M/195件，占比 37%。W08 单周峰值 67.0M/61件，是本季度最高单周贡献。</a:t>
            </a:r>
            <a:endParaRPr lang="en-US" sz="550" dirty="0"/>
          </a:p>
        </p:txBody>
      </p:sp>
      <p:sp>
        <p:nvSpPr>
          <p:cNvPr id="171" name="T7178"/>
          <p:cNvSpPr/>
          <p:nvPr/>
        </p:nvSpPr>
        <p:spPr>
          <a:xfrm>
            <a:off x="225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72" name="R7179"/>
          <p:cNvSpPr/>
          <p:nvPr/>
        </p:nvSpPr>
        <p:spPr>
          <a:xfrm>
            <a:off x="2641168" y="2202670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74" name="T7181"/>
          <p:cNvSpPr/>
          <p:nvPr/>
        </p:nvSpPr>
        <p:spPr>
          <a:xfrm>
            <a:off x="264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00" name="R8155"/>
          <p:cNvSpPr/>
          <p:nvPr/>
        </p:nvSpPr>
        <p:spPr>
          <a:xfrm>
            <a:off x="10276941" y="1942134"/>
            <a:ext cx="390000" cy="290000"/>
          </a:xfrm>
          <a:prstGeom prst="rect">
            <a:avLst/>
          </a:prstGeom>
          <a:solidFill>
            <a:srgbClr val="E67E22">
              <a:alpha val="2114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01" name="T8156"/>
          <p:cNvSpPr/>
          <p:nvPr/>
        </p:nvSpPr>
        <p:spPr>
          <a:xfrm>
            <a:off x="1027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503" name="R8158"/>
          <p:cNvSpPr/>
          <p:nvPr/>
        </p:nvSpPr>
        <p:spPr>
          <a:xfrm>
            <a:off x="10666941" y="1942134"/>
            <a:ext cx="390000" cy="290000"/>
          </a:xfrm>
          <a:prstGeom prst="rect">
            <a:avLst/>
          </a:prstGeom>
          <a:solidFill>
            <a:srgbClr val="E67E22">
              <a:alpha val="3257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04" name="T8159"/>
          <p:cNvSpPr/>
          <p:nvPr/>
        </p:nvSpPr>
        <p:spPr>
          <a:xfrm>
            <a:off x="1066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505" name="T8160"/>
          <p:cNvSpPr/>
          <p:nvPr/>
        </p:nvSpPr>
        <p:spPr>
          <a:xfrm>
            <a:off x="1066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793" name="T6150"/>
          <p:cNvSpPr/>
          <p:nvPr/>
        </p:nvSpPr>
        <p:spPr>
          <a:xfrm>
            <a:off x="299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794" name="R6151"/>
          <p:cNvSpPr/>
          <p:nvPr/>
        </p:nvSpPr>
        <p:spPr>
          <a:xfrm>
            <a:off x="3389384" y="5021376"/>
            <a:ext cx="390000" cy="290000"/>
          </a:xfrm>
          <a:prstGeom prst="rect">
            <a:avLst/>
          </a:prstGeom>
          <a:solidFill>
            <a:srgbClr val="2980B9">
              <a:alpha val="2827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6" name="T6153"/>
          <p:cNvSpPr/>
          <p:nvPr/>
        </p:nvSpPr>
        <p:spPr>
          <a:xfrm>
            <a:off x="338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97" name="R6154"/>
          <p:cNvSpPr/>
          <p:nvPr/>
        </p:nvSpPr>
        <p:spPr>
          <a:xfrm>
            <a:off x="3779384" y="5021376"/>
            <a:ext cx="390000" cy="290000"/>
          </a:xfrm>
          <a:prstGeom prst="rect">
            <a:avLst/>
          </a:prstGeom>
          <a:solidFill>
            <a:srgbClr val="2980B9">
              <a:alpha val="3382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8" name="T6155"/>
          <p:cNvSpPr/>
          <p:nvPr/>
        </p:nvSpPr>
        <p:spPr>
          <a:xfrm>
            <a:off x="377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zh-CN" sz="570" dirty="0"/>
          </a:p>
        </p:txBody>
      </p:sp>
      <p:sp>
        <p:nvSpPr>
          <p:cNvPr id="801" name="T6158"/>
          <p:cNvSpPr/>
          <p:nvPr/>
        </p:nvSpPr>
        <p:spPr>
          <a:xfrm>
            <a:off x="416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703" name="Text 701"/>
          <p:cNvSpPr/>
          <p:nvPr/>
        </p:nvSpPr>
        <p:spPr>
          <a:xfrm>
            <a:off x="1182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82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82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82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82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82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82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82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906" name="TextBox 905"/>
          <p:cNvSpPr txBox="1"/>
          <p:nvPr/>
        </p:nvSpPr>
        <p:spPr>
          <a:xfrm>
            <a:off x="6327775" y="4224655"/>
            <a:ext cx="750000" cy="255910"/>
          </a:xfrm>
          <a:prstGeom prst="rect">
            <a:avLst/>
          </a:prstGeom>
          <a:solidFill>
            <a:srgbClr val="2C3E50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业务线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7077775" y="4224655"/>
            <a:ext cx="650000" cy="255910"/>
          </a:xfrm>
          <a:prstGeom prst="rect">
            <a:avLst/>
          </a:prstGeom>
          <a:solidFill>
            <a:srgbClr val="2C3E50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件数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727775" y="4224655"/>
            <a:ext cx="850000" cy="255910"/>
          </a:xfrm>
          <a:prstGeom prst="rect">
            <a:avLst/>
          </a:prstGeom>
          <a:solidFill>
            <a:srgbClr val="2C3E50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件均APE(万)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577775" y="4224655"/>
            <a:ext cx="800000" cy="255910"/>
          </a:xfrm>
          <a:prstGeom prst="rect">
            <a:avLst/>
          </a:prstGeom>
          <a:solidFill>
            <a:srgbClr val="2C3E50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平均时效(天)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9377775" y="4224655"/>
            <a:ext cx="850000" cy="255910"/>
          </a:xfrm>
          <a:prstGeom prst="rect">
            <a:avLst/>
          </a:prstGeom>
          <a:solidFill>
            <a:srgbClr val="2C3E50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P90时效(天)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10227775" y="4224655"/>
            <a:ext cx="850000" cy="255910"/>
          </a:xfrm>
          <a:prstGeom prst="rect">
            <a:avLst/>
          </a:prstGeom>
          <a:solidFill>
            <a:srgbClr val="2C3E50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中位时效(天)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1077775" y="4224655"/>
            <a:ext cx="850000" cy="255910"/>
          </a:xfrm>
          <a:prstGeom prst="rect">
            <a:avLst/>
          </a:prstGeom>
          <a:solidFill>
            <a:srgbClr val="2C3E50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最大时效(天)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327775" y="4480565"/>
            <a:ext cx="7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天领业务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7077775" y="4480565"/>
            <a:ext cx="6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191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727775" y="448056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8577775" y="4480565"/>
            <a:ext cx="80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9377775" y="448056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38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10227775" y="448056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17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11077775" y="448056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125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327775" y="4736475"/>
            <a:ext cx="7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成事家办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7077775" y="4736475"/>
            <a:ext cx="6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34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727775" y="473647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23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8577775" y="4736475"/>
            <a:ext cx="80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22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9377775" y="473647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35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10227775" y="473647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14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11077775" y="473647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166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327775" y="4992385"/>
            <a:ext cx="7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Calibri"/>
              </a:rPr>
              <a:t>BK业务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7077775" y="4992385"/>
            <a:ext cx="6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196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7727775" y="499238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116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8577775" y="4992385"/>
            <a:ext cx="80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72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9377775" y="499238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145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10227775" y="499238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74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11077775" y="499238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220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6327775" y="5248295"/>
            <a:ext cx="7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同行经代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7077775" y="5248295"/>
            <a:ext cx="6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299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7727775" y="524829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43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577775" y="5248295"/>
            <a:ext cx="80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21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9377775" y="524829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38</a:t>
            </a:r>
          </a:p>
        </p:txBody>
      </p:sp>
      <p:sp>
        <p:nvSpPr>
          <p:cNvPr id="939" name="TextBox 938"/>
          <p:cNvSpPr txBox="1"/>
          <p:nvPr/>
        </p:nvSpPr>
        <p:spPr>
          <a:xfrm>
            <a:off x="10227775" y="524829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18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11077775" y="524829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104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6327775" y="5504205"/>
            <a:ext cx="7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永明经代</a:t>
            </a:r>
          </a:p>
        </p:txBody>
      </p:sp>
      <p:sp>
        <p:nvSpPr>
          <p:cNvPr id="942" name="TextBox 941"/>
          <p:cNvSpPr txBox="1"/>
          <p:nvPr/>
        </p:nvSpPr>
        <p:spPr>
          <a:xfrm>
            <a:off x="7077775" y="5504205"/>
            <a:ext cx="6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400</a:t>
            </a:r>
          </a:p>
        </p:txBody>
      </p:sp>
      <p:sp>
        <p:nvSpPr>
          <p:cNvPr id="943" name="TextBox 942"/>
          <p:cNvSpPr txBox="1"/>
          <p:nvPr/>
        </p:nvSpPr>
        <p:spPr>
          <a:xfrm>
            <a:off x="7727775" y="550420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38</a:t>
            </a:r>
          </a:p>
        </p:txBody>
      </p:sp>
      <p:sp>
        <p:nvSpPr>
          <p:cNvPr id="944" name="TextBox 943"/>
          <p:cNvSpPr txBox="1"/>
          <p:nvPr/>
        </p:nvSpPr>
        <p:spPr>
          <a:xfrm>
            <a:off x="8577775" y="5504205"/>
            <a:ext cx="80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22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9377775" y="550420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38</a:t>
            </a:r>
          </a:p>
        </p:txBody>
      </p:sp>
      <p:sp>
        <p:nvSpPr>
          <p:cNvPr id="946" name="TextBox 945"/>
          <p:cNvSpPr txBox="1"/>
          <p:nvPr/>
        </p:nvSpPr>
        <p:spPr>
          <a:xfrm>
            <a:off x="10227775" y="550420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11077775" y="550420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107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6327775" y="5760115"/>
            <a:ext cx="7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合伙转介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7077775" y="5760115"/>
            <a:ext cx="6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26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727775" y="576011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17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8577775" y="5760115"/>
            <a:ext cx="80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29</a:t>
            </a:r>
          </a:p>
        </p:txBody>
      </p:sp>
      <p:sp>
        <p:nvSpPr>
          <p:cNvPr id="952" name="TextBox 951"/>
          <p:cNvSpPr txBox="1"/>
          <p:nvPr/>
        </p:nvSpPr>
        <p:spPr>
          <a:xfrm>
            <a:off x="9377775" y="576011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36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10227775" y="576011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954" name="TextBox 953"/>
          <p:cNvSpPr txBox="1"/>
          <p:nvPr/>
        </p:nvSpPr>
        <p:spPr>
          <a:xfrm>
            <a:off x="11077775" y="576011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244</a:t>
            </a:r>
          </a:p>
        </p:txBody>
      </p:sp>
      <p:sp>
        <p:nvSpPr>
          <p:cNvPr id="955" name="TextBox 954"/>
          <p:cNvSpPr txBox="1"/>
          <p:nvPr/>
        </p:nvSpPr>
        <p:spPr>
          <a:xfrm>
            <a:off x="6327775" y="6016025"/>
            <a:ext cx="7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ICLUB</a:t>
            </a:r>
          </a:p>
        </p:txBody>
      </p:sp>
      <p:sp>
        <p:nvSpPr>
          <p:cNvPr id="956" name="TextBox 955"/>
          <p:cNvSpPr txBox="1"/>
          <p:nvPr/>
        </p:nvSpPr>
        <p:spPr>
          <a:xfrm>
            <a:off x="7077775" y="6016025"/>
            <a:ext cx="6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11</a:t>
            </a:r>
          </a:p>
        </p:txBody>
      </p:sp>
      <p:sp>
        <p:nvSpPr>
          <p:cNvPr id="957" name="TextBox 956"/>
          <p:cNvSpPr txBox="1"/>
          <p:nvPr/>
        </p:nvSpPr>
        <p:spPr>
          <a:xfrm>
            <a:off x="7727775" y="601602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185</a:t>
            </a:r>
          </a:p>
        </p:txBody>
      </p:sp>
      <p:sp>
        <p:nvSpPr>
          <p:cNvPr id="958" name="TextBox 957"/>
          <p:cNvSpPr txBox="1"/>
          <p:nvPr/>
        </p:nvSpPr>
        <p:spPr>
          <a:xfrm>
            <a:off x="8577775" y="6016025"/>
            <a:ext cx="80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24</a:t>
            </a:r>
          </a:p>
        </p:txBody>
      </p:sp>
      <p:sp>
        <p:nvSpPr>
          <p:cNvPr id="959" name="TextBox 958"/>
          <p:cNvSpPr txBox="1"/>
          <p:nvPr/>
        </p:nvSpPr>
        <p:spPr>
          <a:xfrm>
            <a:off x="9377775" y="601602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59</a:t>
            </a:r>
          </a:p>
        </p:txBody>
      </p:sp>
      <p:sp>
        <p:nvSpPr>
          <p:cNvPr id="960" name="TextBox 959"/>
          <p:cNvSpPr txBox="1"/>
          <p:nvPr/>
        </p:nvSpPr>
        <p:spPr>
          <a:xfrm>
            <a:off x="10227775" y="601602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14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11077775" y="601602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76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6327775" y="6271935"/>
            <a:ext cx="7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IFA业务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7077775" y="6271935"/>
            <a:ext cx="6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7727775" y="627193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8577775" y="6271935"/>
            <a:ext cx="80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66" name="TextBox 965"/>
          <p:cNvSpPr txBox="1"/>
          <p:nvPr/>
        </p:nvSpPr>
        <p:spPr>
          <a:xfrm>
            <a:off x="9377775" y="627193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10227775" y="627193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68" name="TextBox 967"/>
          <p:cNvSpPr txBox="1"/>
          <p:nvPr/>
        </p:nvSpPr>
        <p:spPr>
          <a:xfrm>
            <a:off x="11077775" y="6271935"/>
            <a:ext cx="850000" cy="25591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6327775" y="6527845"/>
            <a:ext cx="7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MGA业务</a:t>
            </a:r>
          </a:p>
        </p:txBody>
      </p:sp>
      <p:sp>
        <p:nvSpPr>
          <p:cNvPr id="970" name="TextBox 969"/>
          <p:cNvSpPr txBox="1"/>
          <p:nvPr/>
        </p:nvSpPr>
        <p:spPr>
          <a:xfrm>
            <a:off x="7077775" y="6527845"/>
            <a:ext cx="6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7727775" y="652784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8577775" y="6527845"/>
            <a:ext cx="80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9377775" y="652784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10227775" y="652784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11077775" y="6527845"/>
            <a:ext cx="850000" cy="255910"/>
          </a:xfrm>
          <a:prstGeom prst="rect">
            <a:avLst/>
          </a:prstGeom>
          <a:solidFill>
            <a:srgbClr val="F5F5F5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6327775" y="6783755"/>
            <a:ext cx="750000" cy="255910"/>
          </a:xfrm>
          <a:prstGeom prst="rect">
            <a:avLst/>
          </a:prstGeom>
          <a:solidFill>
            <a:srgbClr val="D1D5DB"/>
          </a:solidFill>
        </p:spPr>
        <p:txBody>
          <a:bodyPr wrap="square" lIns="0" rIns="0" tIns="0" bIns="0">
            <a:normAutofit/>
          </a:bodyPr>
          <a:lstStyle/>
          <a:p>
            <a:pPr algn="l"/>
            <a:r>
              <a:rPr sz="9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7077775" y="6783755"/>
            <a:ext cx="650000" cy="255910"/>
          </a:xfrm>
          <a:prstGeom prst="rect">
            <a:avLst/>
          </a:prstGeom>
          <a:solidFill>
            <a:srgbClr val="D1D5DB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1157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727775" y="6783755"/>
            <a:ext cx="850000" cy="255910"/>
          </a:xfrm>
          <a:prstGeom prst="rect">
            <a:avLst/>
          </a:prstGeom>
          <a:solidFill>
            <a:srgbClr val="D1D5DB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52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577775" y="6783755"/>
            <a:ext cx="800000" cy="255910"/>
          </a:xfrm>
          <a:prstGeom prst="rect">
            <a:avLst/>
          </a:prstGeom>
          <a:solidFill>
            <a:srgbClr val="D1D5DB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30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9377775" y="6783755"/>
            <a:ext cx="850000" cy="255910"/>
          </a:xfrm>
          <a:prstGeom prst="rect">
            <a:avLst/>
          </a:prstGeom>
          <a:solidFill>
            <a:srgbClr val="D1D5DB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72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10227775" y="6783755"/>
            <a:ext cx="850000" cy="255910"/>
          </a:xfrm>
          <a:prstGeom prst="rect">
            <a:avLst/>
          </a:prstGeom>
          <a:solidFill>
            <a:srgbClr val="D1D5DB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11077775" y="6783755"/>
            <a:ext cx="850000" cy="255910"/>
          </a:xfrm>
          <a:prstGeom prst="rect">
            <a:avLst/>
          </a:prstGeom>
          <a:solidFill>
            <a:srgbClr val="D1D5DB"/>
          </a:solidFill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202020"/>
                </a:solidFill>
                <a:latin typeface="Calibri"/>
              </a:rPr>
              <a:t>244</a:t>
            </a:r>
          </a:p>
        </p:txBody>
      </p:sp>
      <p:sp>
        <p:nvSpPr>
          <p:cNvPr id="983" name="Rectangle 982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TextBox 983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Q  周度预约业绩热力矩阵（APE in M）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997" name="TextBox 996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998" name="TextBox 997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999" name="TextBox 998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000" name="TextBox 999"/>
          <p:cNvSpPr txBox="1"/>
          <p:nvPr/>
        </p:nvSpPr>
        <p:spPr>
          <a:xfrm>
            <a:off x="202880" y="101603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001" name="Rectangle 1000"/>
          <p:cNvSpPr/>
          <p:nvPr/>
        </p:nvSpPr>
        <p:spPr>
          <a:xfrm>
            <a:off x="1216129" y="1022032"/>
            <a:ext cx="335249" cy="250996"/>
          </a:xfrm>
          <a:prstGeom prst="rect">
            <a:avLst/>
          </a:prstGeom>
          <a:solidFill>
            <a:srgbClr val="2980B9">
              <a:alpha val="512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121012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3.2M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1210129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12件</a:t>
            </a:r>
          </a:p>
        </p:txBody>
      </p:sp>
      <p:sp>
        <p:nvSpPr>
          <p:cNvPr id="1004" name="Rectangle 1003"/>
          <p:cNvSpPr/>
          <p:nvPr/>
        </p:nvSpPr>
        <p:spPr>
          <a:xfrm>
            <a:off x="1563378" y="1022032"/>
            <a:ext cx="335249" cy="250996"/>
          </a:xfrm>
          <a:prstGeom prst="rect">
            <a:avLst/>
          </a:prstGeom>
          <a:solidFill>
            <a:srgbClr val="2980B9">
              <a:alpha val="608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TextBox 1004"/>
          <p:cNvSpPr txBox="1"/>
          <p:nvPr/>
        </p:nvSpPr>
        <p:spPr>
          <a:xfrm>
            <a:off x="155737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4.4M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1557378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007" name="Rectangle 1006"/>
          <p:cNvSpPr/>
          <p:nvPr/>
        </p:nvSpPr>
        <p:spPr>
          <a:xfrm>
            <a:off x="1910627" y="1022032"/>
            <a:ext cx="335249" cy="250996"/>
          </a:xfrm>
          <a:prstGeom prst="rect">
            <a:avLst/>
          </a:prstGeom>
          <a:solidFill>
            <a:srgbClr val="2980B9">
              <a:alpha val="307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TextBox 1007"/>
          <p:cNvSpPr txBox="1"/>
          <p:nvPr/>
        </p:nvSpPr>
        <p:spPr>
          <a:xfrm>
            <a:off x="190462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1904627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010" name="Rectangle 1009"/>
          <p:cNvSpPr/>
          <p:nvPr/>
        </p:nvSpPr>
        <p:spPr>
          <a:xfrm>
            <a:off x="2257876" y="1022032"/>
            <a:ext cx="335249" cy="250996"/>
          </a:xfrm>
          <a:prstGeom prst="rect">
            <a:avLst/>
          </a:prstGeom>
          <a:solidFill>
            <a:srgbClr val="2980B9">
              <a:alpha val="372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225187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1.5M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2251876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19件</a:t>
            </a:r>
          </a:p>
        </p:txBody>
      </p:sp>
      <p:sp>
        <p:nvSpPr>
          <p:cNvPr id="1013" name="Rectangle 1012"/>
          <p:cNvSpPr/>
          <p:nvPr/>
        </p:nvSpPr>
        <p:spPr>
          <a:xfrm>
            <a:off x="2605125" y="1022032"/>
            <a:ext cx="335249" cy="250996"/>
          </a:xfrm>
          <a:prstGeom prst="rect">
            <a:avLst/>
          </a:prstGeom>
          <a:solidFill>
            <a:srgbClr val="2980B9">
              <a:alpha val="830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259912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7.0M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2599125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016" name="Rectangle 1015"/>
          <p:cNvSpPr/>
          <p:nvPr/>
        </p:nvSpPr>
        <p:spPr>
          <a:xfrm>
            <a:off x="2952374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TextBox 1016"/>
          <p:cNvSpPr txBox="1"/>
          <p:nvPr/>
        </p:nvSpPr>
        <p:spPr>
          <a:xfrm>
            <a:off x="294637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9.1M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2946374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019" name="Rectangle 1018"/>
          <p:cNvSpPr/>
          <p:nvPr/>
        </p:nvSpPr>
        <p:spPr>
          <a:xfrm>
            <a:off x="3299623" y="1022032"/>
            <a:ext cx="335249" cy="250996"/>
          </a:xfrm>
          <a:prstGeom prst="rect">
            <a:avLst/>
          </a:prstGeom>
          <a:solidFill>
            <a:srgbClr val="2980B9">
              <a:alpha val="461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329362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2.6M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3293623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12件</a:t>
            </a:r>
          </a:p>
        </p:txBody>
      </p:sp>
      <p:sp>
        <p:nvSpPr>
          <p:cNvPr id="1022" name="Rectangle 1021"/>
          <p:cNvSpPr/>
          <p:nvPr/>
        </p:nvSpPr>
        <p:spPr>
          <a:xfrm>
            <a:off x="3646872" y="1022032"/>
            <a:ext cx="335249" cy="250996"/>
          </a:xfrm>
          <a:prstGeom prst="rect">
            <a:avLst/>
          </a:prstGeom>
          <a:solidFill>
            <a:srgbClr val="2980B9">
              <a:alpha val="355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364087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1.3M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3640872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025" name="Rectangle 1024"/>
          <p:cNvSpPr/>
          <p:nvPr/>
        </p:nvSpPr>
        <p:spPr>
          <a:xfrm>
            <a:off x="3994121" y="1022032"/>
            <a:ext cx="335249" cy="250996"/>
          </a:xfrm>
          <a:prstGeom prst="rect">
            <a:avLst/>
          </a:prstGeom>
          <a:solidFill>
            <a:srgbClr val="2980B9">
              <a:alpha val="346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3988121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1.2M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3988121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028" name="Rectangle 1027"/>
          <p:cNvSpPr/>
          <p:nvPr/>
        </p:nvSpPr>
        <p:spPr>
          <a:xfrm>
            <a:off x="4341370" y="1022032"/>
            <a:ext cx="335249" cy="250996"/>
          </a:xfrm>
          <a:prstGeom prst="rect">
            <a:avLst/>
          </a:prstGeom>
          <a:solidFill>
            <a:srgbClr val="2980B9">
              <a:alpha val="311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4335370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4335370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1031" name="Rectangle 1030"/>
          <p:cNvSpPr/>
          <p:nvPr/>
        </p:nvSpPr>
        <p:spPr>
          <a:xfrm>
            <a:off x="4688619" y="1022032"/>
            <a:ext cx="335249" cy="250996"/>
          </a:xfrm>
          <a:prstGeom prst="rect">
            <a:avLst/>
          </a:prstGeom>
          <a:solidFill>
            <a:srgbClr val="2980B9">
              <a:alpha val="518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468261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3.3M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4682619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9件</a:t>
            </a:r>
          </a:p>
        </p:txBody>
      </p:sp>
      <p:sp>
        <p:nvSpPr>
          <p:cNvPr id="1034" name="Rectangle 1033"/>
          <p:cNvSpPr/>
          <p:nvPr/>
        </p:nvSpPr>
        <p:spPr>
          <a:xfrm>
            <a:off x="5035868" y="1022032"/>
            <a:ext cx="335249" cy="250996"/>
          </a:xfrm>
          <a:prstGeom prst="rect">
            <a:avLst/>
          </a:prstGeom>
          <a:solidFill>
            <a:srgbClr val="2980B9">
              <a:alpha val="31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0.8M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5029868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037" name="Rectangle 1036"/>
          <p:cNvSpPr/>
          <p:nvPr/>
        </p:nvSpPr>
        <p:spPr>
          <a:xfrm>
            <a:off x="5383117" y="1022032"/>
            <a:ext cx="335249" cy="250996"/>
          </a:xfrm>
          <a:prstGeom prst="rect">
            <a:avLst/>
          </a:prstGeom>
          <a:solidFill>
            <a:srgbClr val="2980B9">
              <a:alpha val="701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5377117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040" name="Rectangle 1039"/>
          <p:cNvSpPr/>
          <p:nvPr/>
        </p:nvSpPr>
        <p:spPr>
          <a:xfrm>
            <a:off x="5730366" y="1022032"/>
            <a:ext cx="335249" cy="250996"/>
          </a:xfrm>
          <a:prstGeom prst="rect">
            <a:avLst/>
          </a:prstGeom>
          <a:solidFill>
            <a:srgbClr val="2980B9">
              <a:alpha val="3207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0.9M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5724366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202880" y="127902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044" name="Rectangle 1043"/>
          <p:cNvSpPr/>
          <p:nvPr/>
        </p:nvSpPr>
        <p:spPr>
          <a:xfrm>
            <a:off x="868880" y="1285028"/>
            <a:ext cx="335249" cy="250996"/>
          </a:xfrm>
          <a:prstGeom prst="rect">
            <a:avLst/>
          </a:prstGeom>
          <a:solidFill>
            <a:srgbClr val="374151">
              <a:alpha val="4495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TextBox 1044"/>
          <p:cNvSpPr txBox="1"/>
          <p:nvPr/>
        </p:nvSpPr>
        <p:spPr>
          <a:xfrm>
            <a:off x="862880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0.6M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862880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1047" name="Rectangle 1046"/>
          <p:cNvSpPr/>
          <p:nvPr/>
        </p:nvSpPr>
        <p:spPr>
          <a:xfrm>
            <a:off x="1216129" y="1285028"/>
            <a:ext cx="335249" cy="250996"/>
          </a:xfrm>
          <a:prstGeom prst="rect">
            <a:avLst/>
          </a:prstGeom>
          <a:solidFill>
            <a:srgbClr val="374151">
              <a:alpha val="659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TextBox 1047"/>
          <p:cNvSpPr txBox="1"/>
          <p:nvPr/>
        </p:nvSpPr>
        <p:spPr>
          <a:xfrm>
            <a:off x="1210129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1210129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050" name="Rectangle 1049"/>
          <p:cNvSpPr/>
          <p:nvPr/>
        </p:nvSpPr>
        <p:spPr>
          <a:xfrm>
            <a:off x="1563378" y="1285028"/>
            <a:ext cx="335249" cy="250996"/>
          </a:xfrm>
          <a:prstGeom prst="rect">
            <a:avLst/>
          </a:prstGeom>
          <a:solidFill>
            <a:srgbClr val="374151">
              <a:alpha val="52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1557378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0.8M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1557378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7件</a:t>
            </a:r>
          </a:p>
        </p:txBody>
      </p:sp>
      <p:sp>
        <p:nvSpPr>
          <p:cNvPr id="1053" name="Rectangle 1052"/>
          <p:cNvSpPr/>
          <p:nvPr/>
        </p:nvSpPr>
        <p:spPr>
          <a:xfrm>
            <a:off x="2605125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2599125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2.2M</a:t>
            </a:r>
          </a:p>
        </p:txBody>
      </p:sp>
      <p:sp>
        <p:nvSpPr>
          <p:cNvPr id="1055" name="TextBox 1054"/>
          <p:cNvSpPr txBox="1"/>
          <p:nvPr/>
        </p:nvSpPr>
        <p:spPr>
          <a:xfrm>
            <a:off x="2599125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56" name="Rectangle 1055"/>
          <p:cNvSpPr/>
          <p:nvPr/>
        </p:nvSpPr>
        <p:spPr>
          <a:xfrm>
            <a:off x="3646872" y="1285028"/>
            <a:ext cx="335249" cy="250996"/>
          </a:xfrm>
          <a:prstGeom prst="rect">
            <a:avLst/>
          </a:prstGeom>
          <a:solidFill>
            <a:srgbClr val="374151">
              <a:alpha val="393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TextBox 1056"/>
          <p:cNvSpPr txBox="1"/>
          <p:nvPr/>
        </p:nvSpPr>
        <p:spPr>
          <a:xfrm>
            <a:off x="3640872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3640872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1059" name="Rectangle 1058"/>
          <p:cNvSpPr/>
          <p:nvPr/>
        </p:nvSpPr>
        <p:spPr>
          <a:xfrm>
            <a:off x="4688619" y="1285028"/>
            <a:ext cx="335249" cy="250996"/>
          </a:xfrm>
          <a:prstGeom prst="rect">
            <a:avLst/>
          </a:prstGeom>
          <a:solidFill>
            <a:srgbClr val="374151">
              <a:alpha val="3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4682619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4682619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062" name="Rectangle 1061"/>
          <p:cNvSpPr/>
          <p:nvPr/>
        </p:nvSpPr>
        <p:spPr>
          <a:xfrm>
            <a:off x="5383117" y="1285028"/>
            <a:ext cx="335249" cy="250996"/>
          </a:xfrm>
          <a:prstGeom prst="rect">
            <a:avLst/>
          </a:prstGeom>
          <a:solidFill>
            <a:srgbClr val="374151">
              <a:alpha val="32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5377117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5377117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065" name="TextBox 1064"/>
          <p:cNvSpPr txBox="1"/>
          <p:nvPr/>
        </p:nvSpPr>
        <p:spPr>
          <a:xfrm>
            <a:off x="202880" y="154202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066" name="Rectangle 1065"/>
          <p:cNvSpPr/>
          <p:nvPr/>
        </p:nvSpPr>
        <p:spPr>
          <a:xfrm>
            <a:off x="868880" y="1548024"/>
            <a:ext cx="335249" cy="250996"/>
          </a:xfrm>
          <a:prstGeom prst="rect">
            <a:avLst/>
          </a:prstGeom>
          <a:solidFill>
            <a:srgbClr val="1F3864">
              <a:alpha val="967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TextBox 1066"/>
          <p:cNvSpPr txBox="1"/>
          <p:nvPr/>
        </p:nvSpPr>
        <p:spPr>
          <a:xfrm>
            <a:off x="862880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5.2M</a:t>
            </a:r>
          </a:p>
        </p:txBody>
      </p:sp>
      <p:sp>
        <p:nvSpPr>
          <p:cNvPr id="1068" name="TextBox 1067"/>
          <p:cNvSpPr txBox="1"/>
          <p:nvPr/>
        </p:nvSpPr>
        <p:spPr>
          <a:xfrm>
            <a:off x="862880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1216129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1210129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0.4M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210129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1563378" y="1548024"/>
            <a:ext cx="335249" cy="250996"/>
          </a:xfrm>
          <a:prstGeom prst="rect">
            <a:avLst/>
          </a:prstGeom>
          <a:solidFill>
            <a:srgbClr val="1F3864">
              <a:alpha val="485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1557378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1.7M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1557378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4件</a:t>
            </a:r>
          </a:p>
        </p:txBody>
      </p:sp>
      <p:sp>
        <p:nvSpPr>
          <p:cNvPr id="1075" name="Rectangle 1074"/>
          <p:cNvSpPr/>
          <p:nvPr/>
        </p:nvSpPr>
        <p:spPr>
          <a:xfrm>
            <a:off x="1910627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TextBox 1075"/>
          <p:cNvSpPr txBox="1"/>
          <p:nvPr/>
        </p:nvSpPr>
        <p:spPr>
          <a:xfrm>
            <a:off x="1904627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077" name="TextBox 1076"/>
          <p:cNvSpPr txBox="1"/>
          <p:nvPr/>
        </p:nvSpPr>
        <p:spPr>
          <a:xfrm>
            <a:off x="1904627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78" name="Rectangle 1077"/>
          <p:cNvSpPr/>
          <p:nvPr/>
        </p:nvSpPr>
        <p:spPr>
          <a:xfrm>
            <a:off x="2257876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TextBox 1078"/>
          <p:cNvSpPr txBox="1"/>
          <p:nvPr/>
        </p:nvSpPr>
        <p:spPr>
          <a:xfrm>
            <a:off x="2251876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0.4M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2251876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81" name="Rectangle 1080"/>
          <p:cNvSpPr/>
          <p:nvPr/>
        </p:nvSpPr>
        <p:spPr>
          <a:xfrm>
            <a:off x="2605125" y="1548024"/>
            <a:ext cx="335249" cy="250996"/>
          </a:xfrm>
          <a:prstGeom prst="rect">
            <a:avLst/>
          </a:prstGeom>
          <a:solidFill>
            <a:srgbClr val="1F3864">
              <a:alpha val="3892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2599125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1.0M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2599125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084" name="Rectangle 1083"/>
          <p:cNvSpPr/>
          <p:nvPr/>
        </p:nvSpPr>
        <p:spPr>
          <a:xfrm>
            <a:off x="2952374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TextBox 1084"/>
          <p:cNvSpPr txBox="1"/>
          <p:nvPr/>
        </p:nvSpPr>
        <p:spPr>
          <a:xfrm>
            <a:off x="2946374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2946374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87" name="Rectangle 1086"/>
          <p:cNvSpPr/>
          <p:nvPr/>
        </p:nvSpPr>
        <p:spPr>
          <a:xfrm>
            <a:off x="3299623" y="1548024"/>
            <a:ext cx="335249" cy="250996"/>
          </a:xfrm>
          <a:prstGeom prst="rect">
            <a:avLst/>
          </a:prstGeom>
          <a:solidFill>
            <a:srgbClr val="1F3864">
              <a:alpha val="732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3293623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3.5M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3293623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090" name="Rectangle 1089"/>
          <p:cNvSpPr/>
          <p:nvPr/>
        </p:nvSpPr>
        <p:spPr>
          <a:xfrm>
            <a:off x="3646872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3640872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092" name="TextBox 1091"/>
          <p:cNvSpPr txBox="1"/>
          <p:nvPr/>
        </p:nvSpPr>
        <p:spPr>
          <a:xfrm>
            <a:off x="3640872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93" name="Rectangle 1092"/>
          <p:cNvSpPr/>
          <p:nvPr/>
        </p:nvSpPr>
        <p:spPr>
          <a:xfrm>
            <a:off x="3994121" y="1548024"/>
            <a:ext cx="335249" cy="250996"/>
          </a:xfrm>
          <a:prstGeom prst="rect">
            <a:avLst/>
          </a:prstGeom>
          <a:solidFill>
            <a:srgbClr val="1F3864">
              <a:alpha val="7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3988121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3.4M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3988121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96" name="Rectangle 1095"/>
          <p:cNvSpPr/>
          <p:nvPr/>
        </p:nvSpPr>
        <p:spPr>
          <a:xfrm>
            <a:off x="4341370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TextBox 1096"/>
          <p:cNvSpPr txBox="1"/>
          <p:nvPr/>
        </p:nvSpPr>
        <p:spPr>
          <a:xfrm>
            <a:off x="4335370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098" name="TextBox 1097"/>
          <p:cNvSpPr txBox="1"/>
          <p:nvPr/>
        </p:nvSpPr>
        <p:spPr>
          <a:xfrm>
            <a:off x="4335370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099" name="Rectangle 1098"/>
          <p:cNvSpPr/>
          <p:nvPr/>
        </p:nvSpPr>
        <p:spPr>
          <a:xfrm>
            <a:off x="4688619" y="1548024"/>
            <a:ext cx="335249" cy="250996"/>
          </a:xfrm>
          <a:prstGeom prst="rect">
            <a:avLst/>
          </a:prstGeom>
          <a:solidFill>
            <a:srgbClr val="1F3864">
              <a:alpha val="795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TextBox 1099"/>
          <p:cNvSpPr txBox="1"/>
          <p:nvPr/>
        </p:nvSpPr>
        <p:spPr>
          <a:xfrm>
            <a:off x="4682619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101" name="TextBox 1100"/>
          <p:cNvSpPr txBox="1"/>
          <p:nvPr/>
        </p:nvSpPr>
        <p:spPr>
          <a:xfrm>
            <a:off x="4682619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102" name="Rectangle 1101"/>
          <p:cNvSpPr/>
          <p:nvPr/>
        </p:nvSpPr>
        <p:spPr>
          <a:xfrm>
            <a:off x="5035868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5029868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5029868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105" name="Rectangle 1104"/>
          <p:cNvSpPr/>
          <p:nvPr/>
        </p:nvSpPr>
        <p:spPr>
          <a:xfrm>
            <a:off x="5383117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5377117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1107" name="TextBox 1106"/>
          <p:cNvSpPr txBox="1"/>
          <p:nvPr/>
        </p:nvSpPr>
        <p:spPr>
          <a:xfrm>
            <a:off x="5377117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108" name="Rectangle 1107"/>
          <p:cNvSpPr/>
          <p:nvPr/>
        </p:nvSpPr>
        <p:spPr>
          <a:xfrm>
            <a:off x="5730366" y="1548024"/>
            <a:ext cx="335249" cy="250996"/>
          </a:xfrm>
          <a:prstGeom prst="rect">
            <a:avLst/>
          </a:prstGeom>
          <a:solidFill>
            <a:srgbClr val="1F3864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5724366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2.7M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5724366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202880" y="1805020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868880" y="1811020"/>
            <a:ext cx="335249" cy="250996"/>
          </a:xfrm>
          <a:prstGeom prst="rect">
            <a:avLst/>
          </a:prstGeom>
          <a:solidFill>
            <a:srgbClr val="E67E22">
              <a:alpha val="3523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862880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1.9M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862880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12件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1216129" y="1811020"/>
            <a:ext cx="335249" cy="250996"/>
          </a:xfrm>
          <a:prstGeom prst="rect">
            <a:avLst/>
          </a:prstGeom>
          <a:solidFill>
            <a:srgbClr val="E67E22">
              <a:alpha val="520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1210129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5.1M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1210129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21件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1563378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1557378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14.3M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1557378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19件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1910627" y="1811020"/>
            <a:ext cx="335249" cy="250996"/>
          </a:xfrm>
          <a:prstGeom prst="rect">
            <a:avLst/>
          </a:prstGeom>
          <a:solidFill>
            <a:srgbClr val="E67E22">
              <a:alpha val="363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1904627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2.2M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1904627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9件</a:t>
            </a:r>
          </a:p>
        </p:txBody>
      </p:sp>
      <p:sp>
        <p:nvSpPr>
          <p:cNvPr id="1124" name="Rectangle 1123"/>
          <p:cNvSpPr/>
          <p:nvPr/>
        </p:nvSpPr>
        <p:spPr>
          <a:xfrm>
            <a:off x="2257876" y="1811020"/>
            <a:ext cx="335249" cy="250996"/>
          </a:xfrm>
          <a:prstGeom prst="rect">
            <a:avLst/>
          </a:prstGeom>
          <a:solidFill>
            <a:srgbClr val="E67E22">
              <a:alpha val="518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TextBox 1124"/>
          <p:cNvSpPr txBox="1"/>
          <p:nvPr/>
        </p:nvSpPr>
        <p:spPr>
          <a:xfrm>
            <a:off x="2251876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5.1M</a:t>
            </a:r>
          </a:p>
        </p:txBody>
      </p:sp>
      <p:sp>
        <p:nvSpPr>
          <p:cNvPr id="1126" name="TextBox 1125"/>
          <p:cNvSpPr txBox="1"/>
          <p:nvPr/>
        </p:nvSpPr>
        <p:spPr>
          <a:xfrm>
            <a:off x="2251876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127" name="Rectangle 1126"/>
          <p:cNvSpPr/>
          <p:nvPr/>
        </p:nvSpPr>
        <p:spPr>
          <a:xfrm>
            <a:off x="2605125" y="1811020"/>
            <a:ext cx="335249" cy="250996"/>
          </a:xfrm>
          <a:prstGeom prst="rect">
            <a:avLst/>
          </a:prstGeom>
          <a:solidFill>
            <a:srgbClr val="E67E22">
              <a:alpha val="614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Box 1127"/>
          <p:cNvSpPr txBox="1"/>
          <p:nvPr/>
        </p:nvSpPr>
        <p:spPr>
          <a:xfrm>
            <a:off x="2599125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6.9M</a:t>
            </a:r>
          </a:p>
        </p:txBody>
      </p:sp>
      <p:sp>
        <p:nvSpPr>
          <p:cNvPr id="1129" name="TextBox 1128"/>
          <p:cNvSpPr txBox="1"/>
          <p:nvPr/>
        </p:nvSpPr>
        <p:spPr>
          <a:xfrm>
            <a:off x="2599125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26件</a:t>
            </a:r>
          </a:p>
        </p:txBody>
      </p:sp>
      <p:sp>
        <p:nvSpPr>
          <p:cNvPr id="1130" name="Rectangle 1129"/>
          <p:cNvSpPr/>
          <p:nvPr/>
        </p:nvSpPr>
        <p:spPr>
          <a:xfrm>
            <a:off x="2952374" y="1811020"/>
            <a:ext cx="335249" cy="250996"/>
          </a:xfrm>
          <a:prstGeom prst="rect">
            <a:avLst/>
          </a:prstGeom>
          <a:solidFill>
            <a:srgbClr val="E67E22">
              <a:alpha val="528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TextBox 1130"/>
          <p:cNvSpPr txBox="1"/>
          <p:nvPr/>
        </p:nvSpPr>
        <p:spPr>
          <a:xfrm>
            <a:off x="2946374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5.3M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2946374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21件</a:t>
            </a:r>
          </a:p>
        </p:txBody>
      </p:sp>
      <p:sp>
        <p:nvSpPr>
          <p:cNvPr id="1133" name="Rectangle 1132"/>
          <p:cNvSpPr/>
          <p:nvPr/>
        </p:nvSpPr>
        <p:spPr>
          <a:xfrm>
            <a:off x="3299623" y="1811020"/>
            <a:ext cx="335249" cy="250996"/>
          </a:xfrm>
          <a:prstGeom prst="rect">
            <a:avLst/>
          </a:prstGeom>
          <a:solidFill>
            <a:srgbClr val="E67E22">
              <a:alpha val="812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TextBox 1133"/>
          <p:cNvSpPr txBox="1"/>
          <p:nvPr/>
        </p:nvSpPr>
        <p:spPr>
          <a:xfrm>
            <a:off x="3293623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10.7M</a:t>
            </a:r>
          </a:p>
        </p:txBody>
      </p:sp>
      <p:sp>
        <p:nvSpPr>
          <p:cNvPr id="1135" name="TextBox 1134"/>
          <p:cNvSpPr txBox="1"/>
          <p:nvPr/>
        </p:nvSpPr>
        <p:spPr>
          <a:xfrm>
            <a:off x="3293623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29件</a:t>
            </a:r>
          </a:p>
        </p:txBody>
      </p:sp>
      <p:sp>
        <p:nvSpPr>
          <p:cNvPr id="1136" name="Rectangle 1135"/>
          <p:cNvSpPr/>
          <p:nvPr/>
        </p:nvSpPr>
        <p:spPr>
          <a:xfrm>
            <a:off x="3646872" y="1811020"/>
            <a:ext cx="335249" cy="250996"/>
          </a:xfrm>
          <a:prstGeom prst="rect">
            <a:avLst/>
          </a:prstGeom>
          <a:solidFill>
            <a:srgbClr val="E67E22">
              <a:alpha val="511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TextBox 1136"/>
          <p:cNvSpPr txBox="1"/>
          <p:nvPr/>
        </p:nvSpPr>
        <p:spPr>
          <a:xfrm>
            <a:off x="3640872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5.0M</a:t>
            </a:r>
          </a:p>
        </p:txBody>
      </p:sp>
      <p:sp>
        <p:nvSpPr>
          <p:cNvPr id="1138" name="TextBox 1137"/>
          <p:cNvSpPr txBox="1"/>
          <p:nvPr/>
        </p:nvSpPr>
        <p:spPr>
          <a:xfrm>
            <a:off x="3640872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19件</a:t>
            </a:r>
          </a:p>
        </p:txBody>
      </p:sp>
      <p:sp>
        <p:nvSpPr>
          <p:cNvPr id="1139" name="Rectangle 1138"/>
          <p:cNvSpPr/>
          <p:nvPr/>
        </p:nvSpPr>
        <p:spPr>
          <a:xfrm>
            <a:off x="3994121" y="1811020"/>
            <a:ext cx="335249" cy="250996"/>
          </a:xfrm>
          <a:prstGeom prst="rect">
            <a:avLst/>
          </a:prstGeom>
          <a:solidFill>
            <a:srgbClr val="E67E22">
              <a:alpha val="767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3988121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9.9M</a:t>
            </a:r>
          </a:p>
        </p:txBody>
      </p:sp>
      <p:sp>
        <p:nvSpPr>
          <p:cNvPr id="1141" name="TextBox 1140"/>
          <p:cNvSpPr txBox="1"/>
          <p:nvPr/>
        </p:nvSpPr>
        <p:spPr>
          <a:xfrm>
            <a:off x="3988121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22件</a:t>
            </a:r>
          </a:p>
        </p:txBody>
      </p:sp>
      <p:sp>
        <p:nvSpPr>
          <p:cNvPr id="1142" name="Rectangle 1141"/>
          <p:cNvSpPr/>
          <p:nvPr/>
        </p:nvSpPr>
        <p:spPr>
          <a:xfrm>
            <a:off x="4341370" y="1811020"/>
            <a:ext cx="335249" cy="250996"/>
          </a:xfrm>
          <a:prstGeom prst="rect">
            <a:avLst/>
          </a:prstGeom>
          <a:solidFill>
            <a:srgbClr val="E67E22">
              <a:alpha val="741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TextBox 1142"/>
          <p:cNvSpPr txBox="1"/>
          <p:nvPr/>
        </p:nvSpPr>
        <p:spPr>
          <a:xfrm>
            <a:off x="4335370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9.4M</a:t>
            </a:r>
          </a:p>
        </p:txBody>
      </p:sp>
      <p:sp>
        <p:nvSpPr>
          <p:cNvPr id="1144" name="TextBox 1143"/>
          <p:cNvSpPr txBox="1"/>
          <p:nvPr/>
        </p:nvSpPr>
        <p:spPr>
          <a:xfrm>
            <a:off x="4335370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145" name="Rectangle 1144"/>
          <p:cNvSpPr/>
          <p:nvPr/>
        </p:nvSpPr>
        <p:spPr>
          <a:xfrm>
            <a:off x="4688619" y="1811020"/>
            <a:ext cx="335249" cy="250996"/>
          </a:xfrm>
          <a:prstGeom prst="rect">
            <a:avLst/>
          </a:prstGeom>
          <a:solidFill>
            <a:srgbClr val="E67E22">
              <a:alpha val="61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TextBox 1145"/>
          <p:cNvSpPr txBox="1"/>
          <p:nvPr/>
        </p:nvSpPr>
        <p:spPr>
          <a:xfrm>
            <a:off x="4682619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7.0M</a:t>
            </a:r>
          </a:p>
        </p:txBody>
      </p:sp>
      <p:sp>
        <p:nvSpPr>
          <p:cNvPr id="1147" name="TextBox 1146"/>
          <p:cNvSpPr txBox="1"/>
          <p:nvPr/>
        </p:nvSpPr>
        <p:spPr>
          <a:xfrm>
            <a:off x="4682619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27件</a:t>
            </a:r>
          </a:p>
        </p:txBody>
      </p:sp>
      <p:sp>
        <p:nvSpPr>
          <p:cNvPr id="1148" name="Rectangle 1147"/>
          <p:cNvSpPr/>
          <p:nvPr/>
        </p:nvSpPr>
        <p:spPr>
          <a:xfrm>
            <a:off x="5035868" y="1811020"/>
            <a:ext cx="335249" cy="250996"/>
          </a:xfrm>
          <a:prstGeom prst="rect">
            <a:avLst/>
          </a:prstGeom>
          <a:solidFill>
            <a:srgbClr val="E67E22">
              <a:alpha val="77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TextBox 1148"/>
          <p:cNvSpPr txBox="1"/>
          <p:nvPr/>
        </p:nvSpPr>
        <p:spPr>
          <a:xfrm>
            <a:off x="5029868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10.0M</a:t>
            </a:r>
          </a:p>
        </p:txBody>
      </p:sp>
      <p:sp>
        <p:nvSpPr>
          <p:cNvPr id="1150" name="TextBox 1149"/>
          <p:cNvSpPr txBox="1"/>
          <p:nvPr/>
        </p:nvSpPr>
        <p:spPr>
          <a:xfrm>
            <a:off x="5029868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25件</a:t>
            </a:r>
          </a:p>
        </p:txBody>
      </p:sp>
      <p:sp>
        <p:nvSpPr>
          <p:cNvPr id="1151" name="Rectangle 1150"/>
          <p:cNvSpPr/>
          <p:nvPr/>
        </p:nvSpPr>
        <p:spPr>
          <a:xfrm>
            <a:off x="5383117" y="1811020"/>
            <a:ext cx="335249" cy="250996"/>
          </a:xfrm>
          <a:prstGeom prst="rect">
            <a:avLst/>
          </a:prstGeom>
          <a:solidFill>
            <a:srgbClr val="E67E22">
              <a:alpha val="689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TextBox 1151"/>
          <p:cNvSpPr txBox="1"/>
          <p:nvPr/>
        </p:nvSpPr>
        <p:spPr>
          <a:xfrm>
            <a:off x="5377117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8.4M</a:t>
            </a:r>
          </a:p>
        </p:txBody>
      </p:sp>
      <p:sp>
        <p:nvSpPr>
          <p:cNvPr id="1153" name="TextBox 1152"/>
          <p:cNvSpPr txBox="1"/>
          <p:nvPr/>
        </p:nvSpPr>
        <p:spPr>
          <a:xfrm>
            <a:off x="5377117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25件</a:t>
            </a:r>
          </a:p>
        </p:txBody>
      </p:sp>
      <p:sp>
        <p:nvSpPr>
          <p:cNvPr id="1154" name="Rectangle 1153"/>
          <p:cNvSpPr/>
          <p:nvPr/>
        </p:nvSpPr>
        <p:spPr>
          <a:xfrm>
            <a:off x="5730366" y="1811020"/>
            <a:ext cx="335249" cy="250996"/>
          </a:xfrm>
          <a:prstGeom prst="rect">
            <a:avLst/>
          </a:prstGeom>
          <a:solidFill>
            <a:srgbClr val="E67E22">
              <a:alpha val="879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TextBox 1154"/>
          <p:cNvSpPr txBox="1"/>
          <p:nvPr/>
        </p:nvSpPr>
        <p:spPr>
          <a:xfrm>
            <a:off x="5724366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12.0M</a:t>
            </a:r>
          </a:p>
        </p:txBody>
      </p:sp>
      <p:sp>
        <p:nvSpPr>
          <p:cNvPr id="1156" name="TextBox 1155"/>
          <p:cNvSpPr txBox="1"/>
          <p:nvPr/>
        </p:nvSpPr>
        <p:spPr>
          <a:xfrm>
            <a:off x="5724366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33件</a:t>
            </a:r>
          </a:p>
        </p:txBody>
      </p:sp>
      <p:sp>
        <p:nvSpPr>
          <p:cNvPr id="1157" name="TextBox 1156"/>
          <p:cNvSpPr txBox="1"/>
          <p:nvPr/>
        </p:nvSpPr>
        <p:spPr>
          <a:xfrm>
            <a:off x="202880" y="2068016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158" name="Rectangle 1157"/>
          <p:cNvSpPr/>
          <p:nvPr/>
        </p:nvSpPr>
        <p:spPr>
          <a:xfrm>
            <a:off x="868880" y="2074016"/>
            <a:ext cx="335249" cy="250996"/>
          </a:xfrm>
          <a:prstGeom prst="rect">
            <a:avLst/>
          </a:prstGeom>
          <a:solidFill>
            <a:srgbClr val="1A7A3F">
              <a:alpha val="736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TextBox 1158"/>
          <p:cNvSpPr txBox="1"/>
          <p:nvPr/>
        </p:nvSpPr>
        <p:spPr>
          <a:xfrm>
            <a:off x="862880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4.9M</a:t>
            </a:r>
          </a:p>
        </p:txBody>
      </p:sp>
      <p:sp>
        <p:nvSpPr>
          <p:cNvPr id="1160" name="TextBox 1159"/>
          <p:cNvSpPr txBox="1"/>
          <p:nvPr/>
        </p:nvSpPr>
        <p:spPr>
          <a:xfrm>
            <a:off x="862880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161" name="Rectangle 1160"/>
          <p:cNvSpPr/>
          <p:nvPr/>
        </p:nvSpPr>
        <p:spPr>
          <a:xfrm>
            <a:off x="1216129" y="2074016"/>
            <a:ext cx="335249" cy="250996"/>
          </a:xfrm>
          <a:prstGeom prst="rect">
            <a:avLst/>
          </a:prstGeom>
          <a:solidFill>
            <a:srgbClr val="1A7A3F">
              <a:alpha val="597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TextBox 1161"/>
          <p:cNvSpPr txBox="1"/>
          <p:nvPr/>
        </p:nvSpPr>
        <p:spPr>
          <a:xfrm>
            <a:off x="1210129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3.5M</a:t>
            </a:r>
          </a:p>
        </p:txBody>
      </p:sp>
      <p:sp>
        <p:nvSpPr>
          <p:cNvPr id="1163" name="TextBox 1162"/>
          <p:cNvSpPr txBox="1"/>
          <p:nvPr/>
        </p:nvSpPr>
        <p:spPr>
          <a:xfrm>
            <a:off x="1210129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164" name="Rectangle 1163"/>
          <p:cNvSpPr/>
          <p:nvPr/>
        </p:nvSpPr>
        <p:spPr>
          <a:xfrm>
            <a:off x="1563378" y="2074016"/>
            <a:ext cx="335249" cy="250996"/>
          </a:xfrm>
          <a:prstGeom prst="rect">
            <a:avLst/>
          </a:prstGeom>
          <a:solidFill>
            <a:srgbClr val="1A7A3F">
              <a:alpha val="803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TextBox 1164"/>
          <p:cNvSpPr txBox="1"/>
          <p:nvPr/>
        </p:nvSpPr>
        <p:spPr>
          <a:xfrm>
            <a:off x="1557378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1557378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167" name="Rectangle 1166"/>
          <p:cNvSpPr/>
          <p:nvPr/>
        </p:nvSpPr>
        <p:spPr>
          <a:xfrm>
            <a:off x="1910627" y="2074016"/>
            <a:ext cx="335249" cy="250996"/>
          </a:xfrm>
          <a:prstGeom prst="rect">
            <a:avLst/>
          </a:prstGeom>
          <a:solidFill>
            <a:srgbClr val="1A7A3F">
              <a:alpha val="39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TextBox 1167"/>
          <p:cNvSpPr txBox="1"/>
          <p:nvPr/>
        </p:nvSpPr>
        <p:spPr>
          <a:xfrm>
            <a:off x="1904627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1.5M</a:t>
            </a:r>
          </a:p>
        </p:txBody>
      </p:sp>
      <p:sp>
        <p:nvSpPr>
          <p:cNvPr id="1169" name="TextBox 1168"/>
          <p:cNvSpPr txBox="1"/>
          <p:nvPr/>
        </p:nvSpPr>
        <p:spPr>
          <a:xfrm>
            <a:off x="1904627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5件</a:t>
            </a:r>
          </a:p>
        </p:txBody>
      </p:sp>
      <p:sp>
        <p:nvSpPr>
          <p:cNvPr id="1170" name="Rectangle 1169"/>
          <p:cNvSpPr/>
          <p:nvPr/>
        </p:nvSpPr>
        <p:spPr>
          <a:xfrm>
            <a:off x="2257876" y="2074016"/>
            <a:ext cx="335249" cy="250996"/>
          </a:xfrm>
          <a:prstGeom prst="rect">
            <a:avLst/>
          </a:prstGeom>
          <a:solidFill>
            <a:srgbClr val="1A7A3F">
              <a:alpha val="72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TextBox 1170"/>
          <p:cNvSpPr txBox="1"/>
          <p:nvPr/>
        </p:nvSpPr>
        <p:spPr>
          <a:xfrm>
            <a:off x="2251876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4.8M</a:t>
            </a:r>
          </a:p>
        </p:txBody>
      </p:sp>
      <p:sp>
        <p:nvSpPr>
          <p:cNvPr id="1172" name="TextBox 1171"/>
          <p:cNvSpPr txBox="1"/>
          <p:nvPr/>
        </p:nvSpPr>
        <p:spPr>
          <a:xfrm>
            <a:off x="2251876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173" name="Rectangle 1172"/>
          <p:cNvSpPr/>
          <p:nvPr/>
        </p:nvSpPr>
        <p:spPr>
          <a:xfrm>
            <a:off x="2605125" y="2074016"/>
            <a:ext cx="335249" cy="250996"/>
          </a:xfrm>
          <a:prstGeom prst="rect">
            <a:avLst/>
          </a:prstGeom>
          <a:solidFill>
            <a:srgbClr val="1A7A3F">
              <a:alpha val="732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TextBox 1173"/>
          <p:cNvSpPr txBox="1"/>
          <p:nvPr/>
        </p:nvSpPr>
        <p:spPr>
          <a:xfrm>
            <a:off x="2599125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4.9M</a:t>
            </a:r>
          </a:p>
        </p:txBody>
      </p:sp>
      <p:sp>
        <p:nvSpPr>
          <p:cNvPr id="1175" name="TextBox 1174"/>
          <p:cNvSpPr txBox="1"/>
          <p:nvPr/>
        </p:nvSpPr>
        <p:spPr>
          <a:xfrm>
            <a:off x="2599125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176" name="Rectangle 1175"/>
          <p:cNvSpPr/>
          <p:nvPr/>
        </p:nvSpPr>
        <p:spPr>
          <a:xfrm>
            <a:off x="2952374" y="2074016"/>
            <a:ext cx="335249" cy="250996"/>
          </a:xfrm>
          <a:prstGeom prst="rect">
            <a:avLst/>
          </a:prstGeom>
          <a:solidFill>
            <a:srgbClr val="1A7A3F">
              <a:alpha val="83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TextBox 1176"/>
          <p:cNvSpPr txBox="1"/>
          <p:nvPr/>
        </p:nvSpPr>
        <p:spPr>
          <a:xfrm>
            <a:off x="2946374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5.9M</a:t>
            </a:r>
          </a:p>
        </p:txBody>
      </p:sp>
      <p:sp>
        <p:nvSpPr>
          <p:cNvPr id="1178" name="TextBox 1177"/>
          <p:cNvSpPr txBox="1"/>
          <p:nvPr/>
        </p:nvSpPr>
        <p:spPr>
          <a:xfrm>
            <a:off x="2946374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179" name="Rectangle 1178"/>
          <p:cNvSpPr/>
          <p:nvPr/>
        </p:nvSpPr>
        <p:spPr>
          <a:xfrm>
            <a:off x="3299623" y="2074016"/>
            <a:ext cx="335249" cy="250996"/>
          </a:xfrm>
          <a:prstGeom prst="rect">
            <a:avLst/>
          </a:prstGeom>
          <a:solidFill>
            <a:srgbClr val="1A7A3F">
              <a:alpha val="660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TextBox 1179"/>
          <p:cNvSpPr txBox="1"/>
          <p:nvPr/>
        </p:nvSpPr>
        <p:spPr>
          <a:xfrm>
            <a:off x="3293623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4.1M</a:t>
            </a:r>
          </a:p>
        </p:txBody>
      </p:sp>
      <p:sp>
        <p:nvSpPr>
          <p:cNvPr id="1181" name="TextBox 1180"/>
          <p:cNvSpPr txBox="1"/>
          <p:nvPr/>
        </p:nvSpPr>
        <p:spPr>
          <a:xfrm>
            <a:off x="3293623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1182" name="Rectangle 1181"/>
          <p:cNvSpPr/>
          <p:nvPr/>
        </p:nvSpPr>
        <p:spPr>
          <a:xfrm>
            <a:off x="3646872" y="2074016"/>
            <a:ext cx="335249" cy="250996"/>
          </a:xfrm>
          <a:prstGeom prst="rect">
            <a:avLst/>
          </a:prstGeom>
          <a:solidFill>
            <a:srgbClr val="1A7A3F">
              <a:alpha val="551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TextBox 1182"/>
          <p:cNvSpPr txBox="1"/>
          <p:nvPr/>
        </p:nvSpPr>
        <p:spPr>
          <a:xfrm>
            <a:off x="3640872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184" name="TextBox 1183"/>
          <p:cNvSpPr txBox="1"/>
          <p:nvPr/>
        </p:nvSpPr>
        <p:spPr>
          <a:xfrm>
            <a:off x="3640872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185" name="Rectangle 1184"/>
          <p:cNvSpPr/>
          <p:nvPr/>
        </p:nvSpPr>
        <p:spPr>
          <a:xfrm>
            <a:off x="3994121" y="2074016"/>
            <a:ext cx="335249" cy="250996"/>
          </a:xfrm>
          <a:prstGeom prst="rect">
            <a:avLst/>
          </a:prstGeom>
          <a:solidFill>
            <a:srgbClr val="1A7A3F">
              <a:alpha val="756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TextBox 1185"/>
          <p:cNvSpPr txBox="1"/>
          <p:nvPr/>
        </p:nvSpPr>
        <p:spPr>
          <a:xfrm>
            <a:off x="3988121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5.1M</a:t>
            </a:r>
          </a:p>
        </p:txBody>
      </p:sp>
      <p:sp>
        <p:nvSpPr>
          <p:cNvPr id="1187" name="TextBox 1186"/>
          <p:cNvSpPr txBox="1"/>
          <p:nvPr/>
        </p:nvSpPr>
        <p:spPr>
          <a:xfrm>
            <a:off x="3988121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15件</a:t>
            </a:r>
          </a:p>
        </p:txBody>
      </p:sp>
      <p:sp>
        <p:nvSpPr>
          <p:cNvPr id="1188" name="Rectangle 1187"/>
          <p:cNvSpPr/>
          <p:nvPr/>
        </p:nvSpPr>
        <p:spPr>
          <a:xfrm>
            <a:off x="4341370" y="2074016"/>
            <a:ext cx="335249" cy="250996"/>
          </a:xfrm>
          <a:prstGeom prst="rect">
            <a:avLst/>
          </a:prstGeom>
          <a:solidFill>
            <a:srgbClr val="1A7A3F">
              <a:alpha val="836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TextBox 1188"/>
          <p:cNvSpPr txBox="1"/>
          <p:nvPr/>
        </p:nvSpPr>
        <p:spPr>
          <a:xfrm>
            <a:off x="4335370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5.9M</a:t>
            </a:r>
          </a:p>
        </p:txBody>
      </p:sp>
      <p:sp>
        <p:nvSpPr>
          <p:cNvPr id="1190" name="TextBox 1189"/>
          <p:cNvSpPr txBox="1"/>
          <p:nvPr/>
        </p:nvSpPr>
        <p:spPr>
          <a:xfrm>
            <a:off x="4335370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19件</a:t>
            </a:r>
          </a:p>
        </p:txBody>
      </p:sp>
      <p:sp>
        <p:nvSpPr>
          <p:cNvPr id="1191" name="Rectangle 1190"/>
          <p:cNvSpPr/>
          <p:nvPr/>
        </p:nvSpPr>
        <p:spPr>
          <a:xfrm>
            <a:off x="4688619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TextBox 1191"/>
          <p:cNvSpPr txBox="1"/>
          <p:nvPr/>
        </p:nvSpPr>
        <p:spPr>
          <a:xfrm>
            <a:off x="4682619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7.6M</a:t>
            </a:r>
          </a:p>
        </p:txBody>
      </p:sp>
      <p:sp>
        <p:nvSpPr>
          <p:cNvPr id="1193" name="TextBox 1192"/>
          <p:cNvSpPr txBox="1"/>
          <p:nvPr/>
        </p:nvSpPr>
        <p:spPr>
          <a:xfrm>
            <a:off x="4682619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23件</a:t>
            </a:r>
          </a:p>
        </p:txBody>
      </p:sp>
      <p:sp>
        <p:nvSpPr>
          <p:cNvPr id="1194" name="Rectangle 1193"/>
          <p:cNvSpPr/>
          <p:nvPr/>
        </p:nvSpPr>
        <p:spPr>
          <a:xfrm>
            <a:off x="5035868" y="2074016"/>
            <a:ext cx="335249" cy="250996"/>
          </a:xfrm>
          <a:prstGeom prst="rect">
            <a:avLst/>
          </a:prstGeom>
          <a:solidFill>
            <a:srgbClr val="1A7A3F">
              <a:alpha val="51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TextBox 1194"/>
          <p:cNvSpPr txBox="1"/>
          <p:nvPr/>
        </p:nvSpPr>
        <p:spPr>
          <a:xfrm>
            <a:off x="5029868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2.6M</a:t>
            </a:r>
          </a:p>
        </p:txBody>
      </p:sp>
      <p:sp>
        <p:nvSpPr>
          <p:cNvPr id="1196" name="TextBox 1195"/>
          <p:cNvSpPr txBox="1"/>
          <p:nvPr/>
        </p:nvSpPr>
        <p:spPr>
          <a:xfrm>
            <a:off x="5029868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197" name="Rectangle 1196"/>
          <p:cNvSpPr/>
          <p:nvPr/>
        </p:nvSpPr>
        <p:spPr>
          <a:xfrm>
            <a:off x="5383117" y="2074016"/>
            <a:ext cx="335249" cy="250996"/>
          </a:xfrm>
          <a:prstGeom prst="rect">
            <a:avLst/>
          </a:prstGeom>
          <a:solidFill>
            <a:srgbClr val="1A7A3F">
              <a:alpha val="550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TextBox 1197"/>
          <p:cNvSpPr txBox="1"/>
          <p:nvPr/>
        </p:nvSpPr>
        <p:spPr>
          <a:xfrm>
            <a:off x="5377117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199" name="TextBox 1198"/>
          <p:cNvSpPr txBox="1"/>
          <p:nvPr/>
        </p:nvSpPr>
        <p:spPr>
          <a:xfrm>
            <a:off x="5377117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200" name="Rectangle 1199"/>
          <p:cNvSpPr/>
          <p:nvPr/>
        </p:nvSpPr>
        <p:spPr>
          <a:xfrm>
            <a:off x="5730366" y="2074016"/>
            <a:ext cx="335249" cy="250996"/>
          </a:xfrm>
          <a:prstGeom prst="rect">
            <a:avLst/>
          </a:prstGeom>
          <a:solidFill>
            <a:srgbClr val="1A7A3F">
              <a:alpha val="720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TextBox 1200"/>
          <p:cNvSpPr txBox="1"/>
          <p:nvPr/>
        </p:nvSpPr>
        <p:spPr>
          <a:xfrm>
            <a:off x="5724366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4.7M</a:t>
            </a:r>
          </a:p>
        </p:txBody>
      </p:sp>
      <p:sp>
        <p:nvSpPr>
          <p:cNvPr id="1202" name="TextBox 1201"/>
          <p:cNvSpPr txBox="1"/>
          <p:nvPr/>
        </p:nvSpPr>
        <p:spPr>
          <a:xfrm>
            <a:off x="5724366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203" name="TextBox 1202"/>
          <p:cNvSpPr txBox="1"/>
          <p:nvPr/>
        </p:nvSpPr>
        <p:spPr>
          <a:xfrm>
            <a:off x="202880" y="233101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204" name="Rectangle 1203"/>
          <p:cNvSpPr/>
          <p:nvPr/>
        </p:nvSpPr>
        <p:spPr>
          <a:xfrm>
            <a:off x="868880" y="2337012"/>
            <a:ext cx="335249" cy="250996"/>
          </a:xfrm>
          <a:prstGeom prst="rect">
            <a:avLst/>
          </a:prstGeom>
          <a:solidFill>
            <a:srgbClr val="94A3B8">
              <a:alpha val="255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TextBox 1204"/>
          <p:cNvSpPr txBox="1"/>
          <p:nvPr/>
        </p:nvSpPr>
        <p:spPr>
          <a:xfrm>
            <a:off x="862880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206" name="TextBox 1205"/>
          <p:cNvSpPr txBox="1"/>
          <p:nvPr/>
        </p:nvSpPr>
        <p:spPr>
          <a:xfrm>
            <a:off x="862880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207" name="Rectangle 1206"/>
          <p:cNvSpPr/>
          <p:nvPr/>
        </p:nvSpPr>
        <p:spPr>
          <a:xfrm>
            <a:off x="1910627" y="2337012"/>
            <a:ext cx="335249" cy="250996"/>
          </a:xfrm>
          <a:prstGeom prst="rect">
            <a:avLst/>
          </a:prstGeom>
          <a:solidFill>
            <a:srgbClr val="94A3B8">
              <a:alpha val="32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TextBox 1207"/>
          <p:cNvSpPr txBox="1"/>
          <p:nvPr/>
        </p:nvSpPr>
        <p:spPr>
          <a:xfrm>
            <a:off x="1904627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0.4M</a:t>
            </a:r>
          </a:p>
        </p:txBody>
      </p:sp>
      <p:sp>
        <p:nvSpPr>
          <p:cNvPr id="1209" name="TextBox 1208"/>
          <p:cNvSpPr txBox="1"/>
          <p:nvPr/>
        </p:nvSpPr>
        <p:spPr>
          <a:xfrm>
            <a:off x="1904627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210" name="Rectangle 1209"/>
          <p:cNvSpPr/>
          <p:nvPr/>
        </p:nvSpPr>
        <p:spPr>
          <a:xfrm>
            <a:off x="2605125" y="2337012"/>
            <a:ext cx="335249" cy="250996"/>
          </a:xfrm>
          <a:prstGeom prst="rect">
            <a:avLst/>
          </a:prstGeom>
          <a:solidFill>
            <a:srgbClr val="94A3B8">
              <a:alpha val="258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TextBox 1210"/>
          <p:cNvSpPr txBox="1"/>
          <p:nvPr/>
        </p:nvSpPr>
        <p:spPr>
          <a:xfrm>
            <a:off x="2599125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212" name="TextBox 1211"/>
          <p:cNvSpPr txBox="1"/>
          <p:nvPr/>
        </p:nvSpPr>
        <p:spPr>
          <a:xfrm>
            <a:off x="2599125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213" name="Rectangle 1212"/>
          <p:cNvSpPr/>
          <p:nvPr/>
        </p:nvSpPr>
        <p:spPr>
          <a:xfrm>
            <a:off x="3994121" y="2337012"/>
            <a:ext cx="335249" cy="250996"/>
          </a:xfrm>
          <a:prstGeom prst="rect">
            <a:avLst/>
          </a:prstGeom>
          <a:solidFill>
            <a:srgbClr val="94A3B8">
              <a:alpha val="264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TextBox 1213"/>
          <p:cNvSpPr txBox="1"/>
          <p:nvPr/>
        </p:nvSpPr>
        <p:spPr>
          <a:xfrm>
            <a:off x="3988121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215" name="TextBox 1214"/>
          <p:cNvSpPr txBox="1"/>
          <p:nvPr/>
        </p:nvSpPr>
        <p:spPr>
          <a:xfrm>
            <a:off x="3988121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216" name="Rectangle 1215"/>
          <p:cNvSpPr/>
          <p:nvPr/>
        </p:nvSpPr>
        <p:spPr>
          <a:xfrm>
            <a:off x="4688619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TextBox 1216"/>
          <p:cNvSpPr txBox="1"/>
          <p:nvPr/>
        </p:nvSpPr>
        <p:spPr>
          <a:xfrm>
            <a:off x="4682619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218" name="TextBox 1217"/>
          <p:cNvSpPr txBox="1"/>
          <p:nvPr/>
        </p:nvSpPr>
        <p:spPr>
          <a:xfrm>
            <a:off x="4682619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219" name="Rectangle 1218"/>
          <p:cNvSpPr/>
          <p:nvPr/>
        </p:nvSpPr>
        <p:spPr>
          <a:xfrm>
            <a:off x="5383117" y="2337012"/>
            <a:ext cx="335249" cy="250996"/>
          </a:xfrm>
          <a:prstGeom prst="rect">
            <a:avLst/>
          </a:prstGeom>
          <a:solidFill>
            <a:srgbClr val="94A3B8">
              <a:alpha val="297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TextBox 1219"/>
          <p:cNvSpPr txBox="1"/>
          <p:nvPr/>
        </p:nvSpPr>
        <p:spPr>
          <a:xfrm>
            <a:off x="5377117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0.3M</a:t>
            </a:r>
          </a:p>
        </p:txBody>
      </p:sp>
      <p:sp>
        <p:nvSpPr>
          <p:cNvPr id="1221" name="TextBox 1220"/>
          <p:cNvSpPr txBox="1"/>
          <p:nvPr/>
        </p:nvSpPr>
        <p:spPr>
          <a:xfrm>
            <a:off x="5377117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222" name="TextBox 1221"/>
          <p:cNvSpPr txBox="1"/>
          <p:nvPr/>
        </p:nvSpPr>
        <p:spPr>
          <a:xfrm>
            <a:off x="202880" y="259400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223" name="Rectangle 1222"/>
          <p:cNvSpPr/>
          <p:nvPr/>
        </p:nvSpPr>
        <p:spPr>
          <a:xfrm>
            <a:off x="1910627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TextBox 1223"/>
          <p:cNvSpPr txBox="1"/>
          <p:nvPr/>
        </p:nvSpPr>
        <p:spPr>
          <a:xfrm>
            <a:off x="1904627" y="26020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225" name="TextBox 1224"/>
          <p:cNvSpPr txBox="1"/>
          <p:nvPr/>
        </p:nvSpPr>
        <p:spPr>
          <a:xfrm>
            <a:off x="1904627" y="27320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226" name="Rectangle 1225"/>
          <p:cNvSpPr/>
          <p:nvPr/>
        </p:nvSpPr>
        <p:spPr>
          <a:xfrm>
            <a:off x="2605125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TextBox 1226"/>
          <p:cNvSpPr txBox="1"/>
          <p:nvPr/>
        </p:nvSpPr>
        <p:spPr>
          <a:xfrm>
            <a:off x="2599125" y="26020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228" name="TextBox 1227"/>
          <p:cNvSpPr txBox="1"/>
          <p:nvPr/>
        </p:nvSpPr>
        <p:spPr>
          <a:xfrm>
            <a:off x="2599125" y="27320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229" name="TextBox 1228"/>
          <p:cNvSpPr txBox="1"/>
          <p:nvPr/>
        </p:nvSpPr>
        <p:spPr>
          <a:xfrm>
            <a:off x="202880" y="285700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230" name="Rectangle 1229"/>
          <p:cNvSpPr/>
          <p:nvPr/>
        </p:nvSpPr>
        <p:spPr>
          <a:xfrm>
            <a:off x="86888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TextBox 1230"/>
          <p:cNvSpPr txBox="1"/>
          <p:nvPr/>
        </p:nvSpPr>
        <p:spPr>
          <a:xfrm>
            <a:off x="862880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12.7M</a:t>
            </a:r>
          </a:p>
        </p:txBody>
      </p:sp>
      <p:sp>
        <p:nvSpPr>
          <p:cNvPr id="1232" name="TextBox 1231"/>
          <p:cNvSpPr txBox="1"/>
          <p:nvPr/>
        </p:nvSpPr>
        <p:spPr>
          <a:xfrm>
            <a:off x="862880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34件</a:t>
            </a:r>
          </a:p>
        </p:txBody>
      </p:sp>
      <p:sp>
        <p:nvSpPr>
          <p:cNvPr id="1233" name="Rectangle 1232"/>
          <p:cNvSpPr/>
          <p:nvPr/>
        </p:nvSpPr>
        <p:spPr>
          <a:xfrm>
            <a:off x="121612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TextBox 1233"/>
          <p:cNvSpPr txBox="1"/>
          <p:nvPr/>
        </p:nvSpPr>
        <p:spPr>
          <a:xfrm>
            <a:off x="1210129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13.4M</a:t>
            </a:r>
          </a:p>
        </p:txBody>
      </p:sp>
      <p:sp>
        <p:nvSpPr>
          <p:cNvPr id="1235" name="TextBox 1234"/>
          <p:cNvSpPr txBox="1"/>
          <p:nvPr/>
        </p:nvSpPr>
        <p:spPr>
          <a:xfrm>
            <a:off x="1210129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45件</a:t>
            </a:r>
          </a:p>
        </p:txBody>
      </p:sp>
      <p:sp>
        <p:nvSpPr>
          <p:cNvPr id="1236" name="Rectangle 1235"/>
          <p:cNvSpPr/>
          <p:nvPr/>
        </p:nvSpPr>
        <p:spPr>
          <a:xfrm>
            <a:off x="156337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TextBox 1236"/>
          <p:cNvSpPr txBox="1"/>
          <p:nvPr/>
        </p:nvSpPr>
        <p:spPr>
          <a:xfrm>
            <a:off x="1557378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26.8M</a:t>
            </a:r>
          </a:p>
        </p:txBody>
      </p:sp>
      <p:sp>
        <p:nvSpPr>
          <p:cNvPr id="1238" name="TextBox 1237"/>
          <p:cNvSpPr txBox="1"/>
          <p:nvPr/>
        </p:nvSpPr>
        <p:spPr>
          <a:xfrm>
            <a:off x="1557378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52件</a:t>
            </a:r>
          </a:p>
        </p:txBody>
      </p:sp>
      <p:sp>
        <p:nvSpPr>
          <p:cNvPr id="1239" name="Rectangle 1238"/>
          <p:cNvSpPr/>
          <p:nvPr/>
        </p:nvSpPr>
        <p:spPr>
          <a:xfrm>
            <a:off x="191062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TextBox 1239"/>
          <p:cNvSpPr txBox="1"/>
          <p:nvPr/>
        </p:nvSpPr>
        <p:spPr>
          <a:xfrm>
            <a:off x="1904627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9.9M</a:t>
            </a:r>
          </a:p>
        </p:txBody>
      </p:sp>
      <p:sp>
        <p:nvSpPr>
          <p:cNvPr id="1241" name="TextBox 1240"/>
          <p:cNvSpPr txBox="1"/>
          <p:nvPr/>
        </p:nvSpPr>
        <p:spPr>
          <a:xfrm>
            <a:off x="1904627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22件</a:t>
            </a:r>
          </a:p>
        </p:txBody>
      </p:sp>
      <p:sp>
        <p:nvSpPr>
          <p:cNvPr id="1242" name="Rectangle 1241"/>
          <p:cNvSpPr/>
          <p:nvPr/>
        </p:nvSpPr>
        <p:spPr>
          <a:xfrm>
            <a:off x="225787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TextBox 1242"/>
          <p:cNvSpPr txBox="1"/>
          <p:nvPr/>
        </p:nvSpPr>
        <p:spPr>
          <a:xfrm>
            <a:off x="2251876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11.8M</a:t>
            </a:r>
          </a:p>
        </p:txBody>
      </p:sp>
      <p:sp>
        <p:nvSpPr>
          <p:cNvPr id="1244" name="TextBox 1243"/>
          <p:cNvSpPr txBox="1"/>
          <p:nvPr/>
        </p:nvSpPr>
        <p:spPr>
          <a:xfrm>
            <a:off x="2251876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245" name="Rectangle 1244"/>
          <p:cNvSpPr/>
          <p:nvPr/>
        </p:nvSpPr>
        <p:spPr>
          <a:xfrm>
            <a:off x="260512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TextBox 1245"/>
          <p:cNvSpPr txBox="1"/>
          <p:nvPr/>
        </p:nvSpPr>
        <p:spPr>
          <a:xfrm>
            <a:off x="2599125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22.2M</a:t>
            </a:r>
          </a:p>
        </p:txBody>
      </p:sp>
      <p:sp>
        <p:nvSpPr>
          <p:cNvPr id="1247" name="TextBox 1246"/>
          <p:cNvSpPr txBox="1"/>
          <p:nvPr/>
        </p:nvSpPr>
        <p:spPr>
          <a:xfrm>
            <a:off x="2599125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61件</a:t>
            </a:r>
          </a:p>
        </p:txBody>
      </p:sp>
      <p:sp>
        <p:nvSpPr>
          <p:cNvPr id="1248" name="Rectangle 1247"/>
          <p:cNvSpPr/>
          <p:nvPr/>
        </p:nvSpPr>
        <p:spPr>
          <a:xfrm>
            <a:off x="295237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TextBox 1248"/>
          <p:cNvSpPr txBox="1"/>
          <p:nvPr/>
        </p:nvSpPr>
        <p:spPr>
          <a:xfrm>
            <a:off x="2946374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21.0M</a:t>
            </a:r>
          </a:p>
        </p:txBody>
      </p:sp>
      <p:sp>
        <p:nvSpPr>
          <p:cNvPr id="1250" name="TextBox 1249"/>
          <p:cNvSpPr txBox="1"/>
          <p:nvPr/>
        </p:nvSpPr>
        <p:spPr>
          <a:xfrm>
            <a:off x="2946374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47件</a:t>
            </a:r>
          </a:p>
        </p:txBody>
      </p:sp>
      <p:sp>
        <p:nvSpPr>
          <p:cNvPr id="1251" name="Rectangle 1250"/>
          <p:cNvSpPr/>
          <p:nvPr/>
        </p:nvSpPr>
        <p:spPr>
          <a:xfrm>
            <a:off x="329962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TextBox 1251"/>
          <p:cNvSpPr txBox="1"/>
          <p:nvPr/>
        </p:nvSpPr>
        <p:spPr>
          <a:xfrm>
            <a:off x="3293623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20.9M</a:t>
            </a:r>
          </a:p>
        </p:txBody>
      </p:sp>
      <p:sp>
        <p:nvSpPr>
          <p:cNvPr id="1253" name="TextBox 1252"/>
          <p:cNvSpPr txBox="1"/>
          <p:nvPr/>
        </p:nvSpPr>
        <p:spPr>
          <a:xfrm>
            <a:off x="3293623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57件</a:t>
            </a:r>
          </a:p>
        </p:txBody>
      </p:sp>
      <p:sp>
        <p:nvSpPr>
          <p:cNvPr id="1254" name="Rectangle 1253"/>
          <p:cNvSpPr/>
          <p:nvPr/>
        </p:nvSpPr>
        <p:spPr>
          <a:xfrm>
            <a:off x="364687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TextBox 1254"/>
          <p:cNvSpPr txBox="1"/>
          <p:nvPr/>
        </p:nvSpPr>
        <p:spPr>
          <a:xfrm>
            <a:off x="3640872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10.9M</a:t>
            </a:r>
          </a:p>
        </p:txBody>
      </p:sp>
      <p:sp>
        <p:nvSpPr>
          <p:cNvPr id="1256" name="TextBox 1255"/>
          <p:cNvSpPr txBox="1"/>
          <p:nvPr/>
        </p:nvSpPr>
        <p:spPr>
          <a:xfrm>
            <a:off x="3640872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39件</a:t>
            </a:r>
          </a:p>
        </p:txBody>
      </p:sp>
      <p:sp>
        <p:nvSpPr>
          <p:cNvPr id="1257" name="Rectangle 1256"/>
          <p:cNvSpPr/>
          <p:nvPr/>
        </p:nvSpPr>
        <p:spPr>
          <a:xfrm>
            <a:off x="399412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TextBox 1257"/>
          <p:cNvSpPr txBox="1"/>
          <p:nvPr/>
        </p:nvSpPr>
        <p:spPr>
          <a:xfrm>
            <a:off x="3988121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19.6M</a:t>
            </a:r>
          </a:p>
        </p:txBody>
      </p:sp>
      <p:sp>
        <p:nvSpPr>
          <p:cNvPr id="1259" name="TextBox 1258"/>
          <p:cNvSpPr txBox="1"/>
          <p:nvPr/>
        </p:nvSpPr>
        <p:spPr>
          <a:xfrm>
            <a:off x="3988121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49件</a:t>
            </a:r>
          </a:p>
        </p:txBody>
      </p:sp>
      <p:sp>
        <p:nvSpPr>
          <p:cNvPr id="1260" name="Rectangle 1259"/>
          <p:cNvSpPr/>
          <p:nvPr/>
        </p:nvSpPr>
        <p:spPr>
          <a:xfrm>
            <a:off x="434137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TextBox 1260"/>
          <p:cNvSpPr txBox="1"/>
          <p:nvPr/>
        </p:nvSpPr>
        <p:spPr>
          <a:xfrm>
            <a:off x="4335370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16.8M</a:t>
            </a:r>
          </a:p>
        </p:txBody>
      </p:sp>
      <p:sp>
        <p:nvSpPr>
          <p:cNvPr id="1262" name="TextBox 1261"/>
          <p:cNvSpPr txBox="1"/>
          <p:nvPr/>
        </p:nvSpPr>
        <p:spPr>
          <a:xfrm>
            <a:off x="4335370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38件</a:t>
            </a:r>
          </a:p>
        </p:txBody>
      </p:sp>
      <p:sp>
        <p:nvSpPr>
          <p:cNvPr id="1263" name="Rectangle 1262"/>
          <p:cNvSpPr/>
          <p:nvPr/>
        </p:nvSpPr>
        <p:spPr>
          <a:xfrm>
            <a:off x="468861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4682619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26.2M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4682619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71件</a:t>
            </a:r>
          </a:p>
        </p:txBody>
      </p:sp>
      <p:sp>
        <p:nvSpPr>
          <p:cNvPr id="1266" name="Rectangle 1265"/>
          <p:cNvSpPr/>
          <p:nvPr/>
        </p:nvSpPr>
        <p:spPr>
          <a:xfrm>
            <a:off x="503586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TextBox 1266"/>
          <p:cNvSpPr txBox="1"/>
          <p:nvPr/>
        </p:nvSpPr>
        <p:spPr>
          <a:xfrm>
            <a:off x="5029868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14.1M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5029868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269" name="Rectangle 1268"/>
          <p:cNvSpPr/>
          <p:nvPr/>
        </p:nvSpPr>
        <p:spPr>
          <a:xfrm>
            <a:off x="538311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TextBox 1269"/>
          <p:cNvSpPr txBox="1"/>
          <p:nvPr/>
        </p:nvSpPr>
        <p:spPr>
          <a:xfrm>
            <a:off x="5377117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22.8M</a:t>
            </a:r>
          </a:p>
        </p:txBody>
      </p:sp>
      <p:sp>
        <p:nvSpPr>
          <p:cNvPr id="1271" name="TextBox 1270"/>
          <p:cNvSpPr txBox="1"/>
          <p:nvPr/>
        </p:nvSpPr>
        <p:spPr>
          <a:xfrm>
            <a:off x="5377117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56件</a:t>
            </a:r>
          </a:p>
        </p:txBody>
      </p:sp>
      <p:sp>
        <p:nvSpPr>
          <p:cNvPr id="1272" name="Rectangle 1271"/>
          <p:cNvSpPr/>
          <p:nvPr/>
        </p:nvSpPr>
        <p:spPr>
          <a:xfrm>
            <a:off x="573036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TextBox 1272"/>
          <p:cNvSpPr txBox="1"/>
          <p:nvPr/>
        </p:nvSpPr>
        <p:spPr>
          <a:xfrm>
            <a:off x="5724366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20.3M</a:t>
            </a:r>
          </a:p>
        </p:txBody>
      </p:sp>
      <p:sp>
        <p:nvSpPr>
          <p:cNvPr id="1274" name="TextBox 1273"/>
          <p:cNvSpPr txBox="1"/>
          <p:nvPr/>
        </p:nvSpPr>
        <p:spPr>
          <a:xfrm>
            <a:off x="5724366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51件</a:t>
            </a:r>
          </a:p>
        </p:txBody>
      </p:sp>
      <p:sp>
        <p:nvSpPr>
          <p:cNvPr id="1275" name="Rectangle 1274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TextBox 1275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  周度签单业绩热力矩阵（APE in M）</a:t>
            </a:r>
          </a:p>
        </p:txBody>
      </p:sp>
      <p:sp>
        <p:nvSpPr>
          <p:cNvPr id="1277" name="TextBox 1276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1278" name="TextBox 1277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1279" name="TextBox 1278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1280" name="TextBox 1279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1281" name="TextBox 1280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1282" name="TextBox 1281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1290" name="TextBox 1289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6183056" y="101603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293" name="Rectangle 1292"/>
          <p:cNvSpPr/>
          <p:nvPr/>
        </p:nvSpPr>
        <p:spPr>
          <a:xfrm>
            <a:off x="6849056" y="1022032"/>
            <a:ext cx="335249" cy="250996"/>
          </a:xfrm>
          <a:prstGeom prst="rect">
            <a:avLst/>
          </a:prstGeom>
          <a:solidFill>
            <a:srgbClr val="2980B9">
              <a:alpha val="345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TextBox 1293"/>
          <p:cNvSpPr txBox="1"/>
          <p:nvPr/>
        </p:nvSpPr>
        <p:spPr>
          <a:xfrm>
            <a:off x="684305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1.3M</a:t>
            </a:r>
          </a:p>
        </p:txBody>
      </p:sp>
      <p:sp>
        <p:nvSpPr>
          <p:cNvPr id="1295" name="TextBox 1294"/>
          <p:cNvSpPr txBox="1"/>
          <p:nvPr/>
        </p:nvSpPr>
        <p:spPr>
          <a:xfrm>
            <a:off x="6843056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2件</a:t>
            </a:r>
          </a:p>
        </p:txBody>
      </p:sp>
      <p:sp>
        <p:nvSpPr>
          <p:cNvPr id="1296" name="Rectangle 1295"/>
          <p:cNvSpPr/>
          <p:nvPr/>
        </p:nvSpPr>
        <p:spPr>
          <a:xfrm>
            <a:off x="7196305" y="1022032"/>
            <a:ext cx="335249" cy="250996"/>
          </a:xfrm>
          <a:prstGeom prst="rect">
            <a:avLst/>
          </a:prstGeom>
          <a:solidFill>
            <a:srgbClr val="2980B9">
              <a:alpha val="38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TextBox 1296"/>
          <p:cNvSpPr txBox="1"/>
          <p:nvPr/>
        </p:nvSpPr>
        <p:spPr>
          <a:xfrm>
            <a:off x="719030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1.9M</a:t>
            </a:r>
          </a:p>
        </p:txBody>
      </p:sp>
      <p:sp>
        <p:nvSpPr>
          <p:cNvPr id="1298" name="TextBox 1297"/>
          <p:cNvSpPr txBox="1"/>
          <p:nvPr/>
        </p:nvSpPr>
        <p:spPr>
          <a:xfrm>
            <a:off x="7190305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8件</a:t>
            </a:r>
          </a:p>
        </p:txBody>
      </p:sp>
      <p:sp>
        <p:nvSpPr>
          <p:cNvPr id="1299" name="Rectangle 1298"/>
          <p:cNvSpPr/>
          <p:nvPr/>
        </p:nvSpPr>
        <p:spPr>
          <a:xfrm>
            <a:off x="7543554" y="1022032"/>
            <a:ext cx="335249" cy="250996"/>
          </a:xfrm>
          <a:prstGeom prst="rect">
            <a:avLst/>
          </a:prstGeom>
          <a:solidFill>
            <a:srgbClr val="2980B9">
              <a:alpha val="632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TextBox 1299"/>
          <p:cNvSpPr txBox="1"/>
          <p:nvPr/>
        </p:nvSpPr>
        <p:spPr>
          <a:xfrm>
            <a:off x="753755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5.3M</a:t>
            </a:r>
          </a:p>
        </p:txBody>
      </p:sp>
      <p:sp>
        <p:nvSpPr>
          <p:cNvPr id="1301" name="TextBox 1300"/>
          <p:cNvSpPr txBox="1"/>
          <p:nvPr/>
        </p:nvSpPr>
        <p:spPr>
          <a:xfrm>
            <a:off x="7537554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302" name="Rectangle 1301"/>
          <p:cNvSpPr/>
          <p:nvPr/>
        </p:nvSpPr>
        <p:spPr>
          <a:xfrm>
            <a:off x="7890803" y="1022032"/>
            <a:ext cx="335249" cy="250996"/>
          </a:xfrm>
          <a:prstGeom prst="rect">
            <a:avLst/>
          </a:prstGeom>
          <a:solidFill>
            <a:srgbClr val="2980B9">
              <a:alpha val="317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788480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0.9M</a:t>
            </a:r>
          </a:p>
        </p:txBody>
      </p:sp>
      <p:sp>
        <p:nvSpPr>
          <p:cNvPr id="1304" name="TextBox 1303"/>
          <p:cNvSpPr txBox="1"/>
          <p:nvPr/>
        </p:nvSpPr>
        <p:spPr>
          <a:xfrm>
            <a:off x="7884803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305" name="Rectangle 1304"/>
          <p:cNvSpPr/>
          <p:nvPr/>
        </p:nvSpPr>
        <p:spPr>
          <a:xfrm>
            <a:off x="8238052" y="1022032"/>
            <a:ext cx="335249" cy="250996"/>
          </a:xfrm>
          <a:prstGeom prst="rect">
            <a:avLst/>
          </a:prstGeom>
          <a:solidFill>
            <a:srgbClr val="2980B9">
              <a:alpha val="273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TextBox 1305"/>
          <p:cNvSpPr txBox="1"/>
          <p:nvPr/>
        </p:nvSpPr>
        <p:spPr>
          <a:xfrm>
            <a:off x="823205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8232052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308" name="Rectangle 1307"/>
          <p:cNvSpPr/>
          <p:nvPr/>
        </p:nvSpPr>
        <p:spPr>
          <a:xfrm>
            <a:off x="8585301" y="1022032"/>
            <a:ext cx="335249" cy="250996"/>
          </a:xfrm>
          <a:prstGeom prst="rect">
            <a:avLst/>
          </a:prstGeom>
          <a:solidFill>
            <a:srgbClr val="2980B9">
              <a:alpha val="689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TextBox 1308"/>
          <p:cNvSpPr txBox="1"/>
          <p:nvPr/>
        </p:nvSpPr>
        <p:spPr>
          <a:xfrm>
            <a:off x="8579301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6.1M</a:t>
            </a:r>
          </a:p>
        </p:txBody>
      </p:sp>
      <p:sp>
        <p:nvSpPr>
          <p:cNvPr id="1310" name="TextBox 1309"/>
          <p:cNvSpPr txBox="1"/>
          <p:nvPr/>
        </p:nvSpPr>
        <p:spPr>
          <a:xfrm>
            <a:off x="8579301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21件</a:t>
            </a:r>
          </a:p>
        </p:txBody>
      </p:sp>
      <p:sp>
        <p:nvSpPr>
          <p:cNvPr id="1311" name="Rectangle 1310"/>
          <p:cNvSpPr/>
          <p:nvPr/>
        </p:nvSpPr>
        <p:spPr>
          <a:xfrm>
            <a:off x="8932550" y="1022032"/>
            <a:ext cx="335249" cy="250996"/>
          </a:xfrm>
          <a:prstGeom prst="rect">
            <a:avLst/>
          </a:prstGeom>
          <a:solidFill>
            <a:srgbClr val="2980B9">
              <a:alpha val="467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8926550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3.0M</a:t>
            </a:r>
          </a:p>
        </p:txBody>
      </p:sp>
      <p:sp>
        <p:nvSpPr>
          <p:cNvPr id="1313" name="TextBox 1312"/>
          <p:cNvSpPr txBox="1"/>
          <p:nvPr/>
        </p:nvSpPr>
        <p:spPr>
          <a:xfrm>
            <a:off x="8926550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314" name="Rectangle 1313"/>
          <p:cNvSpPr/>
          <p:nvPr/>
        </p:nvSpPr>
        <p:spPr>
          <a:xfrm>
            <a:off x="9279799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927379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10.4M</a:t>
            </a:r>
          </a:p>
        </p:txBody>
      </p:sp>
      <p:sp>
        <p:nvSpPr>
          <p:cNvPr id="1316" name="TextBox 1315"/>
          <p:cNvSpPr txBox="1"/>
          <p:nvPr/>
        </p:nvSpPr>
        <p:spPr>
          <a:xfrm>
            <a:off x="9273799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317" name="Rectangle 1316"/>
          <p:cNvSpPr/>
          <p:nvPr/>
        </p:nvSpPr>
        <p:spPr>
          <a:xfrm>
            <a:off x="9627048" y="1022032"/>
            <a:ext cx="335249" cy="250996"/>
          </a:xfrm>
          <a:prstGeom prst="rect">
            <a:avLst/>
          </a:prstGeom>
          <a:solidFill>
            <a:srgbClr val="2980B9">
              <a:alpha val="380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962104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1.8M</a:t>
            </a:r>
          </a:p>
        </p:txBody>
      </p:sp>
      <p:sp>
        <p:nvSpPr>
          <p:cNvPr id="1319" name="TextBox 1318"/>
          <p:cNvSpPr txBox="1"/>
          <p:nvPr/>
        </p:nvSpPr>
        <p:spPr>
          <a:xfrm>
            <a:off x="9621048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16件</a:t>
            </a:r>
          </a:p>
        </p:txBody>
      </p:sp>
      <p:sp>
        <p:nvSpPr>
          <p:cNvPr id="1320" name="Rectangle 1319"/>
          <p:cNvSpPr/>
          <p:nvPr/>
        </p:nvSpPr>
        <p:spPr>
          <a:xfrm>
            <a:off x="9974297" y="1022032"/>
            <a:ext cx="335249" cy="250996"/>
          </a:xfrm>
          <a:prstGeom prst="rect">
            <a:avLst/>
          </a:prstGeom>
          <a:solidFill>
            <a:srgbClr val="2980B9">
              <a:alpha val="283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TextBox 1320"/>
          <p:cNvSpPr txBox="1"/>
          <p:nvPr/>
        </p:nvSpPr>
        <p:spPr>
          <a:xfrm>
            <a:off x="996829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1322" name="TextBox 1321"/>
          <p:cNvSpPr txBox="1"/>
          <p:nvPr/>
        </p:nvSpPr>
        <p:spPr>
          <a:xfrm>
            <a:off x="9968297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1件</a:t>
            </a:r>
          </a:p>
        </p:txBody>
      </p:sp>
      <p:sp>
        <p:nvSpPr>
          <p:cNvPr id="1323" name="Rectangle 1322"/>
          <p:cNvSpPr/>
          <p:nvPr/>
        </p:nvSpPr>
        <p:spPr>
          <a:xfrm>
            <a:off x="10321546" y="1022032"/>
            <a:ext cx="335249" cy="250996"/>
          </a:xfrm>
          <a:prstGeom prst="rect">
            <a:avLst/>
          </a:prstGeom>
          <a:solidFill>
            <a:srgbClr val="2980B9">
              <a:alpha val="32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TextBox 1323"/>
          <p:cNvSpPr txBox="1"/>
          <p:nvPr/>
        </p:nvSpPr>
        <p:spPr>
          <a:xfrm>
            <a:off x="1031554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1.0M</a:t>
            </a:r>
          </a:p>
        </p:txBody>
      </p:sp>
      <p:sp>
        <p:nvSpPr>
          <p:cNvPr id="1325" name="TextBox 1324"/>
          <p:cNvSpPr txBox="1"/>
          <p:nvPr/>
        </p:nvSpPr>
        <p:spPr>
          <a:xfrm>
            <a:off x="10315546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326" name="Rectangle 1325"/>
          <p:cNvSpPr/>
          <p:nvPr/>
        </p:nvSpPr>
        <p:spPr>
          <a:xfrm>
            <a:off x="10668795" y="1022032"/>
            <a:ext cx="335249" cy="250996"/>
          </a:xfrm>
          <a:prstGeom prst="rect">
            <a:avLst/>
          </a:prstGeom>
          <a:solidFill>
            <a:srgbClr val="2980B9">
              <a:alpha val="41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TextBox 1326"/>
          <p:cNvSpPr txBox="1"/>
          <p:nvPr/>
        </p:nvSpPr>
        <p:spPr>
          <a:xfrm>
            <a:off x="1066279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2.2M</a:t>
            </a:r>
          </a:p>
        </p:txBody>
      </p:sp>
      <p:sp>
        <p:nvSpPr>
          <p:cNvPr id="1328" name="TextBox 1327"/>
          <p:cNvSpPr txBox="1"/>
          <p:nvPr/>
        </p:nvSpPr>
        <p:spPr>
          <a:xfrm>
            <a:off x="10662795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329" name="Rectangle 1328"/>
          <p:cNvSpPr/>
          <p:nvPr/>
        </p:nvSpPr>
        <p:spPr>
          <a:xfrm>
            <a:off x="11016044" y="1022032"/>
            <a:ext cx="335249" cy="250996"/>
          </a:xfrm>
          <a:prstGeom prst="rect">
            <a:avLst/>
          </a:prstGeom>
          <a:solidFill>
            <a:srgbClr val="2980B9">
              <a:alpha val="375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1101004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1.7M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11010044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11件</a:t>
            </a:r>
          </a:p>
        </p:txBody>
      </p:sp>
      <p:sp>
        <p:nvSpPr>
          <p:cNvPr id="1332" name="Rectangle 1331"/>
          <p:cNvSpPr/>
          <p:nvPr/>
        </p:nvSpPr>
        <p:spPr>
          <a:xfrm>
            <a:off x="11363293" y="1022032"/>
            <a:ext cx="335249" cy="250996"/>
          </a:xfrm>
          <a:prstGeom prst="rect">
            <a:avLst/>
          </a:prstGeom>
          <a:solidFill>
            <a:srgbClr val="2980B9">
              <a:alpha val="294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0.6M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11357293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2件</a:t>
            </a:r>
          </a:p>
        </p:txBody>
      </p:sp>
      <p:sp>
        <p:nvSpPr>
          <p:cNvPr id="1335" name="Rectangle 1334"/>
          <p:cNvSpPr/>
          <p:nvPr/>
        </p:nvSpPr>
        <p:spPr>
          <a:xfrm>
            <a:off x="11710542" y="1022032"/>
            <a:ext cx="335249" cy="250996"/>
          </a:xfrm>
          <a:prstGeom prst="rect">
            <a:avLst/>
          </a:prstGeom>
          <a:solidFill>
            <a:srgbClr val="2980B9">
              <a:alpha val="67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6.0M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11704542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338" name="TextBox 1337"/>
          <p:cNvSpPr txBox="1"/>
          <p:nvPr/>
        </p:nvSpPr>
        <p:spPr>
          <a:xfrm>
            <a:off x="6183056" y="127902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339" name="Rectangle 1338"/>
          <p:cNvSpPr/>
          <p:nvPr/>
        </p:nvSpPr>
        <p:spPr>
          <a:xfrm>
            <a:off x="6849056" y="1285028"/>
            <a:ext cx="335249" cy="250996"/>
          </a:xfrm>
          <a:prstGeom prst="rect">
            <a:avLst/>
          </a:prstGeom>
          <a:solidFill>
            <a:srgbClr val="374151">
              <a:alpha val="319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TextBox 1339"/>
          <p:cNvSpPr txBox="1"/>
          <p:nvPr/>
        </p:nvSpPr>
        <p:spPr>
          <a:xfrm>
            <a:off x="6843056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341" name="TextBox 1340"/>
          <p:cNvSpPr txBox="1"/>
          <p:nvPr/>
        </p:nvSpPr>
        <p:spPr>
          <a:xfrm>
            <a:off x="6843056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42" name="Rectangle 1341"/>
          <p:cNvSpPr/>
          <p:nvPr/>
        </p:nvSpPr>
        <p:spPr>
          <a:xfrm>
            <a:off x="7196305" y="1285028"/>
            <a:ext cx="335249" cy="250996"/>
          </a:xfrm>
          <a:prstGeom prst="rect">
            <a:avLst/>
          </a:prstGeom>
          <a:solidFill>
            <a:srgbClr val="374151">
              <a:alpha val="378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TextBox 1342"/>
          <p:cNvSpPr txBox="1"/>
          <p:nvPr/>
        </p:nvSpPr>
        <p:spPr>
          <a:xfrm>
            <a:off x="7190305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344" name="TextBox 1343"/>
          <p:cNvSpPr txBox="1"/>
          <p:nvPr/>
        </p:nvSpPr>
        <p:spPr>
          <a:xfrm>
            <a:off x="7190305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345" name="Rectangle 1344"/>
          <p:cNvSpPr/>
          <p:nvPr/>
        </p:nvSpPr>
        <p:spPr>
          <a:xfrm>
            <a:off x="7543554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TextBox 1345"/>
          <p:cNvSpPr txBox="1"/>
          <p:nvPr/>
        </p:nvSpPr>
        <p:spPr>
          <a:xfrm>
            <a:off x="7537554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1.4M</a:t>
            </a:r>
          </a:p>
        </p:txBody>
      </p:sp>
      <p:sp>
        <p:nvSpPr>
          <p:cNvPr id="1347" name="TextBox 1346"/>
          <p:cNvSpPr txBox="1"/>
          <p:nvPr/>
        </p:nvSpPr>
        <p:spPr>
          <a:xfrm>
            <a:off x="7537554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48" name="Rectangle 1347"/>
          <p:cNvSpPr/>
          <p:nvPr/>
        </p:nvSpPr>
        <p:spPr>
          <a:xfrm>
            <a:off x="7890803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TextBox 1348"/>
          <p:cNvSpPr txBox="1"/>
          <p:nvPr/>
        </p:nvSpPr>
        <p:spPr>
          <a:xfrm>
            <a:off x="7884803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350" name="TextBox 1349"/>
          <p:cNvSpPr txBox="1"/>
          <p:nvPr/>
        </p:nvSpPr>
        <p:spPr>
          <a:xfrm>
            <a:off x="7884803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1351" name="Rectangle 1350"/>
          <p:cNvSpPr/>
          <p:nvPr/>
        </p:nvSpPr>
        <p:spPr>
          <a:xfrm>
            <a:off x="8238052" y="1285028"/>
            <a:ext cx="335249" cy="250996"/>
          </a:xfrm>
          <a:prstGeom prst="rect">
            <a:avLst/>
          </a:prstGeom>
          <a:solidFill>
            <a:srgbClr val="374151">
              <a:alpha val="55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TextBox 1351"/>
          <p:cNvSpPr txBox="1"/>
          <p:nvPr/>
        </p:nvSpPr>
        <p:spPr>
          <a:xfrm>
            <a:off x="8232052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0.6M</a:t>
            </a:r>
          </a:p>
        </p:txBody>
      </p:sp>
      <p:sp>
        <p:nvSpPr>
          <p:cNvPr id="1353" name="TextBox 1352"/>
          <p:cNvSpPr txBox="1"/>
          <p:nvPr/>
        </p:nvSpPr>
        <p:spPr>
          <a:xfrm>
            <a:off x="8232052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54" name="Rectangle 1353"/>
          <p:cNvSpPr/>
          <p:nvPr/>
        </p:nvSpPr>
        <p:spPr>
          <a:xfrm>
            <a:off x="8585301" y="1285028"/>
            <a:ext cx="335249" cy="250996"/>
          </a:xfrm>
          <a:prstGeom prst="rect">
            <a:avLst/>
          </a:prstGeom>
          <a:solidFill>
            <a:srgbClr val="374151">
              <a:alpha val="901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TextBox 1354"/>
          <p:cNvSpPr txBox="1"/>
          <p:nvPr/>
        </p:nvSpPr>
        <p:spPr>
          <a:xfrm>
            <a:off x="8579301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1356" name="TextBox 1355"/>
          <p:cNvSpPr txBox="1"/>
          <p:nvPr/>
        </p:nvSpPr>
        <p:spPr>
          <a:xfrm>
            <a:off x="8579301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57" name="Rectangle 1356"/>
          <p:cNvSpPr/>
          <p:nvPr/>
        </p:nvSpPr>
        <p:spPr>
          <a:xfrm>
            <a:off x="8932550" y="1285028"/>
            <a:ext cx="335249" cy="250996"/>
          </a:xfrm>
          <a:prstGeom prst="rect">
            <a:avLst/>
          </a:prstGeom>
          <a:solidFill>
            <a:srgbClr val="374151">
              <a:alpha val="556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8926550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0.6M</a:t>
            </a:r>
          </a:p>
        </p:txBody>
      </p:sp>
      <p:sp>
        <p:nvSpPr>
          <p:cNvPr id="1359" name="TextBox 1358"/>
          <p:cNvSpPr txBox="1"/>
          <p:nvPr/>
        </p:nvSpPr>
        <p:spPr>
          <a:xfrm>
            <a:off x="8926550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360" name="Rectangle 1359"/>
          <p:cNvSpPr/>
          <p:nvPr/>
        </p:nvSpPr>
        <p:spPr>
          <a:xfrm>
            <a:off x="9279799" y="1285028"/>
            <a:ext cx="335249" cy="250996"/>
          </a:xfrm>
          <a:prstGeom prst="rect">
            <a:avLst/>
          </a:prstGeom>
          <a:solidFill>
            <a:srgbClr val="374151">
              <a:alpha val="45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TextBox 1360"/>
          <p:cNvSpPr txBox="1"/>
          <p:nvPr/>
        </p:nvSpPr>
        <p:spPr>
          <a:xfrm>
            <a:off x="9273799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362" name="TextBox 1361"/>
          <p:cNvSpPr txBox="1"/>
          <p:nvPr/>
        </p:nvSpPr>
        <p:spPr>
          <a:xfrm>
            <a:off x="9273799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63" name="Rectangle 1362"/>
          <p:cNvSpPr/>
          <p:nvPr/>
        </p:nvSpPr>
        <p:spPr>
          <a:xfrm>
            <a:off x="9627048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9621048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365" name="TextBox 1364"/>
          <p:cNvSpPr txBox="1"/>
          <p:nvPr/>
        </p:nvSpPr>
        <p:spPr>
          <a:xfrm>
            <a:off x="9621048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66" name="Rectangle 1365"/>
          <p:cNvSpPr/>
          <p:nvPr/>
        </p:nvSpPr>
        <p:spPr>
          <a:xfrm>
            <a:off x="9974297" y="1285028"/>
            <a:ext cx="335249" cy="250996"/>
          </a:xfrm>
          <a:prstGeom prst="rect">
            <a:avLst/>
          </a:prstGeom>
          <a:solidFill>
            <a:srgbClr val="374151">
              <a:alpha val="290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9968297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368" name="TextBox 1367"/>
          <p:cNvSpPr txBox="1"/>
          <p:nvPr/>
        </p:nvSpPr>
        <p:spPr>
          <a:xfrm>
            <a:off x="9968297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69" name="Rectangle 1368"/>
          <p:cNvSpPr/>
          <p:nvPr/>
        </p:nvSpPr>
        <p:spPr>
          <a:xfrm>
            <a:off x="10321546" y="1285028"/>
            <a:ext cx="335249" cy="250996"/>
          </a:xfrm>
          <a:prstGeom prst="rect">
            <a:avLst/>
          </a:prstGeom>
          <a:solidFill>
            <a:srgbClr val="374151">
              <a:alpha val="311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10315546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371" name="TextBox 1370"/>
          <p:cNvSpPr txBox="1"/>
          <p:nvPr/>
        </p:nvSpPr>
        <p:spPr>
          <a:xfrm>
            <a:off x="10315546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72" name="Rectangle 1371"/>
          <p:cNvSpPr/>
          <p:nvPr/>
        </p:nvSpPr>
        <p:spPr>
          <a:xfrm>
            <a:off x="10668795" y="1285028"/>
            <a:ext cx="335249" cy="250996"/>
          </a:xfrm>
          <a:prstGeom prst="rect">
            <a:avLst/>
          </a:prstGeom>
          <a:solidFill>
            <a:srgbClr val="374151">
              <a:alpha val="453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10662795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10662795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75" name="Rectangle 1374"/>
          <p:cNvSpPr/>
          <p:nvPr/>
        </p:nvSpPr>
        <p:spPr>
          <a:xfrm>
            <a:off x="11710542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TextBox 1375"/>
          <p:cNvSpPr txBox="1"/>
          <p:nvPr/>
        </p:nvSpPr>
        <p:spPr>
          <a:xfrm>
            <a:off x="11704542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377" name="TextBox 1376"/>
          <p:cNvSpPr txBox="1"/>
          <p:nvPr/>
        </p:nvSpPr>
        <p:spPr>
          <a:xfrm>
            <a:off x="11704542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78" name="TextBox 1377"/>
          <p:cNvSpPr txBox="1"/>
          <p:nvPr/>
        </p:nvSpPr>
        <p:spPr>
          <a:xfrm>
            <a:off x="6183056" y="154202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379" name="Rectangle 1378"/>
          <p:cNvSpPr/>
          <p:nvPr/>
        </p:nvSpPr>
        <p:spPr>
          <a:xfrm>
            <a:off x="6849056" y="1548024"/>
            <a:ext cx="335249" cy="250996"/>
          </a:xfrm>
          <a:prstGeom prst="rect">
            <a:avLst/>
          </a:prstGeom>
          <a:solidFill>
            <a:srgbClr val="1F3864">
              <a:alpha val="27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TextBox 1379"/>
          <p:cNvSpPr txBox="1"/>
          <p:nvPr/>
        </p:nvSpPr>
        <p:spPr>
          <a:xfrm>
            <a:off x="6843056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0.2M</a:t>
            </a:r>
          </a:p>
        </p:txBody>
      </p:sp>
      <p:sp>
        <p:nvSpPr>
          <p:cNvPr id="1381" name="TextBox 1380"/>
          <p:cNvSpPr txBox="1"/>
          <p:nvPr/>
        </p:nvSpPr>
        <p:spPr>
          <a:xfrm>
            <a:off x="6843056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382" name="Rectangle 1381"/>
          <p:cNvSpPr/>
          <p:nvPr/>
        </p:nvSpPr>
        <p:spPr>
          <a:xfrm>
            <a:off x="7196305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TextBox 1382"/>
          <p:cNvSpPr txBox="1"/>
          <p:nvPr/>
        </p:nvSpPr>
        <p:spPr>
          <a:xfrm>
            <a:off x="7190305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384" name="TextBox 1383"/>
          <p:cNvSpPr txBox="1"/>
          <p:nvPr/>
        </p:nvSpPr>
        <p:spPr>
          <a:xfrm>
            <a:off x="7190305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85" name="Rectangle 1384"/>
          <p:cNvSpPr/>
          <p:nvPr/>
        </p:nvSpPr>
        <p:spPr>
          <a:xfrm>
            <a:off x="7543554" y="1548024"/>
            <a:ext cx="335249" cy="250996"/>
          </a:xfrm>
          <a:prstGeom prst="rect">
            <a:avLst/>
          </a:prstGeom>
          <a:solidFill>
            <a:srgbClr val="1F3864">
              <a:alpha val="59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TextBox 1385"/>
          <p:cNvSpPr txBox="1"/>
          <p:nvPr/>
        </p:nvSpPr>
        <p:spPr>
          <a:xfrm>
            <a:off x="7537554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1.9M</a:t>
            </a:r>
          </a:p>
        </p:txBody>
      </p:sp>
      <p:sp>
        <p:nvSpPr>
          <p:cNvPr id="1387" name="TextBox 1386"/>
          <p:cNvSpPr txBox="1"/>
          <p:nvPr/>
        </p:nvSpPr>
        <p:spPr>
          <a:xfrm>
            <a:off x="7537554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88" name="Rectangle 1387"/>
          <p:cNvSpPr/>
          <p:nvPr/>
        </p:nvSpPr>
        <p:spPr>
          <a:xfrm>
            <a:off x="7890803" y="1548024"/>
            <a:ext cx="335249" cy="250996"/>
          </a:xfrm>
          <a:prstGeom prst="rect">
            <a:avLst/>
          </a:prstGeom>
          <a:solidFill>
            <a:srgbClr val="1F3864">
              <a:alpha val="34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TextBox 1388"/>
          <p:cNvSpPr txBox="1"/>
          <p:nvPr/>
        </p:nvSpPr>
        <p:spPr>
          <a:xfrm>
            <a:off x="7884803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0.5M</a:t>
            </a:r>
          </a:p>
        </p:txBody>
      </p:sp>
      <p:sp>
        <p:nvSpPr>
          <p:cNvPr id="1390" name="TextBox 1389"/>
          <p:cNvSpPr txBox="1"/>
          <p:nvPr/>
        </p:nvSpPr>
        <p:spPr>
          <a:xfrm>
            <a:off x="7884803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391" name="Rectangle 1390"/>
          <p:cNvSpPr/>
          <p:nvPr/>
        </p:nvSpPr>
        <p:spPr>
          <a:xfrm>
            <a:off x="8238052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TextBox 1391"/>
          <p:cNvSpPr txBox="1"/>
          <p:nvPr/>
        </p:nvSpPr>
        <p:spPr>
          <a:xfrm>
            <a:off x="8232052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393" name="TextBox 1392"/>
          <p:cNvSpPr txBox="1"/>
          <p:nvPr/>
        </p:nvSpPr>
        <p:spPr>
          <a:xfrm>
            <a:off x="8232052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94" name="Rectangle 1393"/>
          <p:cNvSpPr/>
          <p:nvPr/>
        </p:nvSpPr>
        <p:spPr>
          <a:xfrm>
            <a:off x="8585301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TextBox 1394"/>
          <p:cNvSpPr txBox="1"/>
          <p:nvPr/>
        </p:nvSpPr>
        <p:spPr>
          <a:xfrm>
            <a:off x="8579301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396" name="TextBox 1395"/>
          <p:cNvSpPr txBox="1"/>
          <p:nvPr/>
        </p:nvSpPr>
        <p:spPr>
          <a:xfrm>
            <a:off x="8579301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397" name="Rectangle 1396"/>
          <p:cNvSpPr/>
          <p:nvPr/>
        </p:nvSpPr>
        <p:spPr>
          <a:xfrm>
            <a:off x="8932550" y="1548024"/>
            <a:ext cx="335249" cy="250996"/>
          </a:xfrm>
          <a:prstGeom prst="rect">
            <a:avLst/>
          </a:prstGeom>
          <a:solidFill>
            <a:srgbClr val="1F3864">
              <a:alpha val="42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TextBox 1397"/>
          <p:cNvSpPr txBox="1"/>
          <p:nvPr/>
        </p:nvSpPr>
        <p:spPr>
          <a:xfrm>
            <a:off x="8926550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1.0M</a:t>
            </a:r>
          </a:p>
        </p:txBody>
      </p:sp>
      <p:sp>
        <p:nvSpPr>
          <p:cNvPr id="1399" name="TextBox 1398"/>
          <p:cNvSpPr txBox="1"/>
          <p:nvPr/>
        </p:nvSpPr>
        <p:spPr>
          <a:xfrm>
            <a:off x="8926550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400" name="Rectangle 1399"/>
          <p:cNvSpPr/>
          <p:nvPr/>
        </p:nvSpPr>
        <p:spPr>
          <a:xfrm>
            <a:off x="9279799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TextBox 1400"/>
          <p:cNvSpPr txBox="1"/>
          <p:nvPr/>
        </p:nvSpPr>
        <p:spPr>
          <a:xfrm>
            <a:off x="9273799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402" name="TextBox 1401"/>
          <p:cNvSpPr txBox="1"/>
          <p:nvPr/>
        </p:nvSpPr>
        <p:spPr>
          <a:xfrm>
            <a:off x="9273799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403" name="Rectangle 1402"/>
          <p:cNvSpPr/>
          <p:nvPr/>
        </p:nvSpPr>
        <p:spPr>
          <a:xfrm>
            <a:off x="9627048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TextBox 1403"/>
          <p:cNvSpPr txBox="1"/>
          <p:nvPr/>
        </p:nvSpPr>
        <p:spPr>
          <a:xfrm>
            <a:off x="9621048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405" name="TextBox 1404"/>
          <p:cNvSpPr txBox="1"/>
          <p:nvPr/>
        </p:nvSpPr>
        <p:spPr>
          <a:xfrm>
            <a:off x="9621048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406" name="Rectangle 1405"/>
          <p:cNvSpPr/>
          <p:nvPr/>
        </p:nvSpPr>
        <p:spPr>
          <a:xfrm>
            <a:off x="9974297" y="1548024"/>
            <a:ext cx="335249" cy="250996"/>
          </a:xfrm>
          <a:prstGeom prst="rect">
            <a:avLst/>
          </a:prstGeom>
          <a:solidFill>
            <a:srgbClr val="1F3864">
              <a:alpha val="7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TextBox 1406"/>
          <p:cNvSpPr txBox="1"/>
          <p:nvPr/>
        </p:nvSpPr>
        <p:spPr>
          <a:xfrm>
            <a:off x="9968297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9968297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409" name="Rectangle 1408"/>
          <p:cNvSpPr/>
          <p:nvPr/>
        </p:nvSpPr>
        <p:spPr>
          <a:xfrm>
            <a:off x="10321546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TextBox 1409"/>
          <p:cNvSpPr txBox="1"/>
          <p:nvPr/>
        </p:nvSpPr>
        <p:spPr>
          <a:xfrm>
            <a:off x="10315546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411" name="TextBox 1410"/>
          <p:cNvSpPr txBox="1"/>
          <p:nvPr/>
        </p:nvSpPr>
        <p:spPr>
          <a:xfrm>
            <a:off x="10315546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412" name="Rectangle 1411"/>
          <p:cNvSpPr/>
          <p:nvPr/>
        </p:nvSpPr>
        <p:spPr>
          <a:xfrm>
            <a:off x="10668795" y="1548024"/>
            <a:ext cx="335249" cy="250996"/>
          </a:xfrm>
          <a:prstGeom prst="rect">
            <a:avLst/>
          </a:prstGeom>
          <a:solidFill>
            <a:srgbClr val="1F3864">
              <a:alpha val="807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TextBox 1412"/>
          <p:cNvSpPr txBox="1"/>
          <p:nvPr/>
        </p:nvSpPr>
        <p:spPr>
          <a:xfrm>
            <a:off x="10662795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3.2M</a:t>
            </a:r>
          </a:p>
        </p:txBody>
      </p:sp>
      <p:sp>
        <p:nvSpPr>
          <p:cNvPr id="1414" name="TextBox 1413"/>
          <p:cNvSpPr txBox="1"/>
          <p:nvPr/>
        </p:nvSpPr>
        <p:spPr>
          <a:xfrm>
            <a:off x="10662795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415" name="Rectangle 1414"/>
          <p:cNvSpPr/>
          <p:nvPr/>
        </p:nvSpPr>
        <p:spPr>
          <a:xfrm>
            <a:off x="11016044" y="1548024"/>
            <a:ext cx="335249" cy="250996"/>
          </a:xfrm>
          <a:prstGeom prst="rect">
            <a:avLst/>
          </a:prstGeom>
          <a:solidFill>
            <a:srgbClr val="1F3864">
              <a:alpha val="7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11010044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3.1M</a:t>
            </a:r>
          </a:p>
        </p:txBody>
      </p:sp>
      <p:sp>
        <p:nvSpPr>
          <p:cNvPr id="1417" name="TextBox 1416"/>
          <p:cNvSpPr txBox="1"/>
          <p:nvPr/>
        </p:nvSpPr>
        <p:spPr>
          <a:xfrm>
            <a:off x="11010044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418" name="Rectangle 1417"/>
          <p:cNvSpPr/>
          <p:nvPr/>
        </p:nvSpPr>
        <p:spPr>
          <a:xfrm>
            <a:off x="11363293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11357293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11357293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421" name="Rectangle 1420"/>
          <p:cNvSpPr/>
          <p:nvPr/>
        </p:nvSpPr>
        <p:spPr>
          <a:xfrm>
            <a:off x="11710542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11704542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423" name="TextBox 1422"/>
          <p:cNvSpPr txBox="1"/>
          <p:nvPr/>
        </p:nvSpPr>
        <p:spPr>
          <a:xfrm>
            <a:off x="11704542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424" name="TextBox 1423"/>
          <p:cNvSpPr txBox="1"/>
          <p:nvPr/>
        </p:nvSpPr>
        <p:spPr>
          <a:xfrm>
            <a:off x="6183056" y="1805020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425" name="Rectangle 1424"/>
          <p:cNvSpPr/>
          <p:nvPr/>
        </p:nvSpPr>
        <p:spPr>
          <a:xfrm>
            <a:off x="6849056" y="1811020"/>
            <a:ext cx="335249" cy="250996"/>
          </a:xfrm>
          <a:prstGeom prst="rect">
            <a:avLst/>
          </a:prstGeom>
          <a:solidFill>
            <a:srgbClr val="E67E22">
              <a:alpha val="30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TextBox 1425"/>
          <p:cNvSpPr txBox="1"/>
          <p:nvPr/>
        </p:nvSpPr>
        <p:spPr>
          <a:xfrm>
            <a:off x="6843056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1.0M</a:t>
            </a:r>
          </a:p>
        </p:txBody>
      </p:sp>
      <p:sp>
        <p:nvSpPr>
          <p:cNvPr id="1427" name="TextBox 1426"/>
          <p:cNvSpPr txBox="1"/>
          <p:nvPr/>
        </p:nvSpPr>
        <p:spPr>
          <a:xfrm>
            <a:off x="6843056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428" name="Rectangle 1427"/>
          <p:cNvSpPr/>
          <p:nvPr/>
        </p:nvSpPr>
        <p:spPr>
          <a:xfrm>
            <a:off x="7196305" y="1811020"/>
            <a:ext cx="335249" cy="250996"/>
          </a:xfrm>
          <a:prstGeom prst="rect">
            <a:avLst/>
          </a:prstGeom>
          <a:solidFill>
            <a:srgbClr val="E67E22">
              <a:alpha val="555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TextBox 1428"/>
          <p:cNvSpPr txBox="1"/>
          <p:nvPr/>
        </p:nvSpPr>
        <p:spPr>
          <a:xfrm>
            <a:off x="7190305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5.2M</a:t>
            </a:r>
          </a:p>
        </p:txBody>
      </p:sp>
      <p:sp>
        <p:nvSpPr>
          <p:cNvPr id="1430" name="TextBox 1429"/>
          <p:cNvSpPr txBox="1"/>
          <p:nvPr/>
        </p:nvSpPr>
        <p:spPr>
          <a:xfrm>
            <a:off x="7190305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431" name="Rectangle 1430"/>
          <p:cNvSpPr/>
          <p:nvPr/>
        </p:nvSpPr>
        <p:spPr>
          <a:xfrm>
            <a:off x="7543554" y="1811020"/>
            <a:ext cx="335249" cy="250996"/>
          </a:xfrm>
          <a:prstGeom prst="rect">
            <a:avLst/>
          </a:prstGeom>
          <a:solidFill>
            <a:srgbClr val="E67E22">
              <a:alpha val="462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TextBox 1431"/>
          <p:cNvSpPr txBox="1"/>
          <p:nvPr/>
        </p:nvSpPr>
        <p:spPr>
          <a:xfrm>
            <a:off x="7537554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3.6M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7537554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20件</a:t>
            </a:r>
          </a:p>
        </p:txBody>
      </p:sp>
      <p:sp>
        <p:nvSpPr>
          <p:cNvPr id="1434" name="Rectangle 1433"/>
          <p:cNvSpPr/>
          <p:nvPr/>
        </p:nvSpPr>
        <p:spPr>
          <a:xfrm>
            <a:off x="7890803" y="1811020"/>
            <a:ext cx="335249" cy="250996"/>
          </a:xfrm>
          <a:prstGeom prst="rect">
            <a:avLst/>
          </a:prstGeom>
          <a:solidFill>
            <a:srgbClr val="E67E22">
              <a:alpha val="9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TextBox 1434"/>
          <p:cNvSpPr txBox="1"/>
          <p:nvPr/>
        </p:nvSpPr>
        <p:spPr>
          <a:xfrm>
            <a:off x="7884803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12.5M</a:t>
            </a:r>
          </a:p>
        </p:txBody>
      </p:sp>
      <p:sp>
        <p:nvSpPr>
          <p:cNvPr id="1436" name="TextBox 1435"/>
          <p:cNvSpPr txBox="1"/>
          <p:nvPr/>
        </p:nvSpPr>
        <p:spPr>
          <a:xfrm>
            <a:off x="7884803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18件</a:t>
            </a:r>
          </a:p>
        </p:txBody>
      </p:sp>
      <p:sp>
        <p:nvSpPr>
          <p:cNvPr id="1437" name="Rectangle 1436"/>
          <p:cNvSpPr/>
          <p:nvPr/>
        </p:nvSpPr>
        <p:spPr>
          <a:xfrm>
            <a:off x="8238052" y="1811020"/>
            <a:ext cx="335249" cy="250996"/>
          </a:xfrm>
          <a:prstGeom prst="rect">
            <a:avLst/>
          </a:prstGeom>
          <a:solidFill>
            <a:srgbClr val="E67E22">
              <a:alpha val="356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TextBox 1437"/>
          <p:cNvSpPr txBox="1"/>
          <p:nvPr/>
        </p:nvSpPr>
        <p:spPr>
          <a:xfrm>
            <a:off x="8232052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1.8M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8232052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4件</a:t>
            </a:r>
          </a:p>
        </p:txBody>
      </p:sp>
      <p:sp>
        <p:nvSpPr>
          <p:cNvPr id="1440" name="Rectangle 1439"/>
          <p:cNvSpPr/>
          <p:nvPr/>
        </p:nvSpPr>
        <p:spPr>
          <a:xfrm>
            <a:off x="8585301" y="1811020"/>
            <a:ext cx="335249" cy="250996"/>
          </a:xfrm>
          <a:prstGeom prst="rect">
            <a:avLst/>
          </a:prstGeom>
          <a:solidFill>
            <a:srgbClr val="E67E22">
              <a:alpha val="64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8579301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6.7M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8579301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23件</a:t>
            </a:r>
          </a:p>
        </p:txBody>
      </p:sp>
      <p:sp>
        <p:nvSpPr>
          <p:cNvPr id="1443" name="Rectangle 1442"/>
          <p:cNvSpPr/>
          <p:nvPr/>
        </p:nvSpPr>
        <p:spPr>
          <a:xfrm>
            <a:off x="8932550" y="1811020"/>
            <a:ext cx="335249" cy="250996"/>
          </a:xfrm>
          <a:prstGeom prst="rect">
            <a:avLst/>
          </a:prstGeom>
          <a:solidFill>
            <a:srgbClr val="E67E22">
              <a:alpha val="593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TextBox 1443"/>
          <p:cNvSpPr txBox="1"/>
          <p:nvPr/>
        </p:nvSpPr>
        <p:spPr>
          <a:xfrm>
            <a:off x="8926550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5.9M</a:t>
            </a:r>
          </a:p>
        </p:txBody>
      </p:sp>
      <p:sp>
        <p:nvSpPr>
          <p:cNvPr id="1445" name="TextBox 1444"/>
          <p:cNvSpPr txBox="1"/>
          <p:nvPr/>
        </p:nvSpPr>
        <p:spPr>
          <a:xfrm>
            <a:off x="8926550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23件</a:t>
            </a:r>
          </a:p>
        </p:txBody>
      </p:sp>
      <p:sp>
        <p:nvSpPr>
          <p:cNvPr id="1446" name="Rectangle 1445"/>
          <p:cNvSpPr/>
          <p:nvPr/>
        </p:nvSpPr>
        <p:spPr>
          <a:xfrm>
            <a:off x="9279799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9273799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12.8M</a:t>
            </a:r>
          </a:p>
        </p:txBody>
      </p:sp>
      <p:sp>
        <p:nvSpPr>
          <p:cNvPr id="1448" name="TextBox 1447"/>
          <p:cNvSpPr txBox="1"/>
          <p:nvPr/>
        </p:nvSpPr>
        <p:spPr>
          <a:xfrm>
            <a:off x="9273799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37件</a:t>
            </a:r>
          </a:p>
        </p:txBody>
      </p:sp>
      <p:sp>
        <p:nvSpPr>
          <p:cNvPr id="1449" name="Rectangle 1448"/>
          <p:cNvSpPr/>
          <p:nvPr/>
        </p:nvSpPr>
        <p:spPr>
          <a:xfrm>
            <a:off x="9627048" y="1811020"/>
            <a:ext cx="335249" cy="250996"/>
          </a:xfrm>
          <a:prstGeom prst="rect">
            <a:avLst/>
          </a:prstGeom>
          <a:solidFill>
            <a:srgbClr val="E67E22">
              <a:alpha val="550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Box 1449"/>
          <p:cNvSpPr txBox="1"/>
          <p:nvPr/>
        </p:nvSpPr>
        <p:spPr>
          <a:xfrm>
            <a:off x="9621048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5.1M</a:t>
            </a:r>
          </a:p>
        </p:txBody>
      </p:sp>
      <p:sp>
        <p:nvSpPr>
          <p:cNvPr id="1451" name="TextBox 1450"/>
          <p:cNvSpPr txBox="1"/>
          <p:nvPr/>
        </p:nvSpPr>
        <p:spPr>
          <a:xfrm>
            <a:off x="9621048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452" name="Rectangle 1451"/>
          <p:cNvSpPr/>
          <p:nvPr/>
        </p:nvSpPr>
        <p:spPr>
          <a:xfrm>
            <a:off x="9974297" y="1811020"/>
            <a:ext cx="335249" cy="250996"/>
          </a:xfrm>
          <a:prstGeom prst="rect">
            <a:avLst/>
          </a:prstGeom>
          <a:solidFill>
            <a:srgbClr val="E67E22">
              <a:alpha val="460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TextBox 1452"/>
          <p:cNvSpPr txBox="1"/>
          <p:nvPr/>
        </p:nvSpPr>
        <p:spPr>
          <a:xfrm>
            <a:off x="9968297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3.6M</a:t>
            </a:r>
          </a:p>
        </p:txBody>
      </p:sp>
      <p:sp>
        <p:nvSpPr>
          <p:cNvPr id="1454" name="TextBox 1453"/>
          <p:cNvSpPr txBox="1"/>
          <p:nvPr/>
        </p:nvSpPr>
        <p:spPr>
          <a:xfrm>
            <a:off x="9968297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455" name="Rectangle 1454"/>
          <p:cNvSpPr/>
          <p:nvPr/>
        </p:nvSpPr>
        <p:spPr>
          <a:xfrm>
            <a:off x="10321546" y="1811020"/>
            <a:ext cx="335249" cy="250996"/>
          </a:xfrm>
          <a:prstGeom prst="rect">
            <a:avLst/>
          </a:prstGeom>
          <a:solidFill>
            <a:srgbClr val="E67E22">
              <a:alpha val="894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10315546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11.0M</a:t>
            </a:r>
          </a:p>
        </p:txBody>
      </p:sp>
      <p:sp>
        <p:nvSpPr>
          <p:cNvPr id="1457" name="TextBox 1456"/>
          <p:cNvSpPr txBox="1"/>
          <p:nvPr/>
        </p:nvSpPr>
        <p:spPr>
          <a:xfrm>
            <a:off x="10315546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20件</a:t>
            </a:r>
          </a:p>
        </p:txBody>
      </p:sp>
      <p:sp>
        <p:nvSpPr>
          <p:cNvPr id="1458" name="Rectangle 1457"/>
          <p:cNvSpPr/>
          <p:nvPr/>
        </p:nvSpPr>
        <p:spPr>
          <a:xfrm>
            <a:off x="10668795" y="1811020"/>
            <a:ext cx="335249" cy="250996"/>
          </a:xfrm>
          <a:prstGeom prst="rect">
            <a:avLst/>
          </a:prstGeom>
          <a:solidFill>
            <a:srgbClr val="E67E22">
              <a:alpha val="866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TextBox 1458"/>
          <p:cNvSpPr txBox="1"/>
          <p:nvPr/>
        </p:nvSpPr>
        <p:spPr>
          <a:xfrm>
            <a:off x="10662795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10.6M</a:t>
            </a:r>
          </a:p>
        </p:txBody>
      </p:sp>
      <p:sp>
        <p:nvSpPr>
          <p:cNvPr id="1460" name="TextBox 1459"/>
          <p:cNvSpPr txBox="1"/>
          <p:nvPr/>
        </p:nvSpPr>
        <p:spPr>
          <a:xfrm>
            <a:off x="10662795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24件</a:t>
            </a:r>
          </a:p>
        </p:txBody>
      </p:sp>
      <p:sp>
        <p:nvSpPr>
          <p:cNvPr id="1461" name="Rectangle 1460"/>
          <p:cNvSpPr/>
          <p:nvPr/>
        </p:nvSpPr>
        <p:spPr>
          <a:xfrm>
            <a:off x="11016044" y="1811020"/>
            <a:ext cx="335249" cy="250996"/>
          </a:xfrm>
          <a:prstGeom prst="rect">
            <a:avLst/>
          </a:prstGeom>
          <a:solidFill>
            <a:srgbClr val="E67E22">
              <a:alpha val="74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TextBox 1461"/>
          <p:cNvSpPr txBox="1"/>
          <p:nvPr/>
        </p:nvSpPr>
        <p:spPr>
          <a:xfrm>
            <a:off x="11010044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8.5M</a:t>
            </a:r>
          </a:p>
        </p:txBody>
      </p:sp>
      <p:sp>
        <p:nvSpPr>
          <p:cNvPr id="1463" name="TextBox 1462"/>
          <p:cNvSpPr txBox="1"/>
          <p:nvPr/>
        </p:nvSpPr>
        <p:spPr>
          <a:xfrm>
            <a:off x="11010044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26件</a:t>
            </a:r>
          </a:p>
        </p:txBody>
      </p:sp>
      <p:sp>
        <p:nvSpPr>
          <p:cNvPr id="1464" name="Rectangle 1463"/>
          <p:cNvSpPr/>
          <p:nvPr/>
        </p:nvSpPr>
        <p:spPr>
          <a:xfrm>
            <a:off x="11363293" y="1811020"/>
            <a:ext cx="335249" cy="250996"/>
          </a:xfrm>
          <a:prstGeom prst="rect">
            <a:avLst/>
          </a:prstGeom>
          <a:solidFill>
            <a:srgbClr val="E67E22">
              <a:alpha val="567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TextBox 1464"/>
          <p:cNvSpPr txBox="1"/>
          <p:nvPr/>
        </p:nvSpPr>
        <p:spPr>
          <a:xfrm>
            <a:off x="11357293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5.4M</a:t>
            </a:r>
          </a:p>
        </p:txBody>
      </p:sp>
      <p:sp>
        <p:nvSpPr>
          <p:cNvPr id="1466" name="TextBox 1465"/>
          <p:cNvSpPr txBox="1"/>
          <p:nvPr/>
        </p:nvSpPr>
        <p:spPr>
          <a:xfrm>
            <a:off x="11357293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18件</a:t>
            </a:r>
          </a:p>
        </p:txBody>
      </p:sp>
      <p:sp>
        <p:nvSpPr>
          <p:cNvPr id="1467" name="Rectangle 1466"/>
          <p:cNvSpPr/>
          <p:nvPr/>
        </p:nvSpPr>
        <p:spPr>
          <a:xfrm>
            <a:off x="11710542" y="1811020"/>
            <a:ext cx="335249" cy="250996"/>
          </a:xfrm>
          <a:prstGeom prst="rect">
            <a:avLst/>
          </a:prstGeom>
          <a:solidFill>
            <a:srgbClr val="E67E22">
              <a:alpha val="631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TextBox 1467"/>
          <p:cNvSpPr txBox="1"/>
          <p:nvPr/>
        </p:nvSpPr>
        <p:spPr>
          <a:xfrm>
            <a:off x="11704542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6.5M</a:t>
            </a:r>
          </a:p>
        </p:txBody>
      </p:sp>
      <p:sp>
        <p:nvSpPr>
          <p:cNvPr id="1469" name="TextBox 1468"/>
          <p:cNvSpPr txBox="1"/>
          <p:nvPr/>
        </p:nvSpPr>
        <p:spPr>
          <a:xfrm>
            <a:off x="11704542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19件</a:t>
            </a:r>
          </a:p>
        </p:txBody>
      </p:sp>
      <p:sp>
        <p:nvSpPr>
          <p:cNvPr id="1470" name="TextBox 1469"/>
          <p:cNvSpPr txBox="1"/>
          <p:nvPr/>
        </p:nvSpPr>
        <p:spPr>
          <a:xfrm>
            <a:off x="6183056" y="2068016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471" name="Rectangle 1470"/>
          <p:cNvSpPr/>
          <p:nvPr/>
        </p:nvSpPr>
        <p:spPr>
          <a:xfrm>
            <a:off x="6849056" y="2074016"/>
            <a:ext cx="335249" cy="250996"/>
          </a:xfrm>
          <a:prstGeom prst="rect">
            <a:avLst/>
          </a:prstGeom>
          <a:solidFill>
            <a:srgbClr val="1A7A3F">
              <a:alpha val="556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TextBox 1471"/>
          <p:cNvSpPr txBox="1"/>
          <p:nvPr/>
        </p:nvSpPr>
        <p:spPr>
          <a:xfrm>
            <a:off x="6843056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473" name="TextBox 1472"/>
          <p:cNvSpPr txBox="1"/>
          <p:nvPr/>
        </p:nvSpPr>
        <p:spPr>
          <a:xfrm>
            <a:off x="6843056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474" name="Rectangle 1473"/>
          <p:cNvSpPr/>
          <p:nvPr/>
        </p:nvSpPr>
        <p:spPr>
          <a:xfrm>
            <a:off x="7196305" y="2074016"/>
            <a:ext cx="335249" cy="250996"/>
          </a:xfrm>
          <a:prstGeom prst="rect">
            <a:avLst/>
          </a:prstGeom>
          <a:solidFill>
            <a:srgbClr val="1A7A3F">
              <a:alpha val="464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TextBox 1474"/>
          <p:cNvSpPr txBox="1"/>
          <p:nvPr/>
        </p:nvSpPr>
        <p:spPr>
          <a:xfrm>
            <a:off x="7190305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2.8M</a:t>
            </a:r>
          </a:p>
        </p:txBody>
      </p:sp>
      <p:sp>
        <p:nvSpPr>
          <p:cNvPr id="1476" name="TextBox 1475"/>
          <p:cNvSpPr txBox="1"/>
          <p:nvPr/>
        </p:nvSpPr>
        <p:spPr>
          <a:xfrm>
            <a:off x="7190305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477" name="Rectangle 1476"/>
          <p:cNvSpPr/>
          <p:nvPr/>
        </p:nvSpPr>
        <p:spPr>
          <a:xfrm>
            <a:off x="7543554" y="2074016"/>
            <a:ext cx="335249" cy="250996"/>
          </a:xfrm>
          <a:prstGeom prst="rect">
            <a:avLst/>
          </a:prstGeom>
          <a:solidFill>
            <a:srgbClr val="1A7A3F">
              <a:alpha val="697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TextBox 1477"/>
          <p:cNvSpPr txBox="1"/>
          <p:nvPr/>
        </p:nvSpPr>
        <p:spPr>
          <a:xfrm>
            <a:off x="7537554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5.8M</a:t>
            </a:r>
          </a:p>
        </p:txBody>
      </p:sp>
      <p:sp>
        <p:nvSpPr>
          <p:cNvPr id="1479" name="TextBox 1478"/>
          <p:cNvSpPr txBox="1"/>
          <p:nvPr/>
        </p:nvSpPr>
        <p:spPr>
          <a:xfrm>
            <a:off x="7537554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480" name="Rectangle 1479"/>
          <p:cNvSpPr/>
          <p:nvPr/>
        </p:nvSpPr>
        <p:spPr>
          <a:xfrm>
            <a:off x="7890803" y="2074016"/>
            <a:ext cx="335249" cy="250996"/>
          </a:xfrm>
          <a:prstGeom prst="rect">
            <a:avLst/>
          </a:prstGeom>
          <a:solidFill>
            <a:srgbClr val="1A7A3F">
              <a:alpha val="42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TextBox 1480"/>
          <p:cNvSpPr txBox="1"/>
          <p:nvPr/>
        </p:nvSpPr>
        <p:spPr>
          <a:xfrm>
            <a:off x="7884803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482" name="TextBox 1481"/>
          <p:cNvSpPr txBox="1"/>
          <p:nvPr/>
        </p:nvSpPr>
        <p:spPr>
          <a:xfrm>
            <a:off x="7884803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483" name="Rectangle 1482"/>
          <p:cNvSpPr/>
          <p:nvPr/>
        </p:nvSpPr>
        <p:spPr>
          <a:xfrm>
            <a:off x="8238052" y="2074016"/>
            <a:ext cx="335249" cy="250996"/>
          </a:xfrm>
          <a:prstGeom prst="rect">
            <a:avLst/>
          </a:prstGeom>
          <a:solidFill>
            <a:srgbClr val="1A7A3F">
              <a:alpha val="5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TextBox 1483"/>
          <p:cNvSpPr txBox="1"/>
          <p:nvPr/>
        </p:nvSpPr>
        <p:spPr>
          <a:xfrm>
            <a:off x="8232052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4.2M</a:t>
            </a:r>
          </a:p>
        </p:txBody>
      </p:sp>
      <p:sp>
        <p:nvSpPr>
          <p:cNvPr id="1485" name="TextBox 1484"/>
          <p:cNvSpPr txBox="1"/>
          <p:nvPr/>
        </p:nvSpPr>
        <p:spPr>
          <a:xfrm>
            <a:off x="8232052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8件</a:t>
            </a:r>
          </a:p>
        </p:txBody>
      </p:sp>
      <p:sp>
        <p:nvSpPr>
          <p:cNvPr id="1486" name="Rectangle 1485"/>
          <p:cNvSpPr/>
          <p:nvPr/>
        </p:nvSpPr>
        <p:spPr>
          <a:xfrm>
            <a:off x="8585301" y="2074016"/>
            <a:ext cx="335249" cy="250996"/>
          </a:xfrm>
          <a:prstGeom prst="rect">
            <a:avLst/>
          </a:prstGeom>
          <a:solidFill>
            <a:srgbClr val="1A7A3F">
              <a:alpha val="639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TextBox 1486"/>
          <p:cNvSpPr txBox="1"/>
          <p:nvPr/>
        </p:nvSpPr>
        <p:spPr>
          <a:xfrm>
            <a:off x="8579301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5.0M</a:t>
            </a:r>
          </a:p>
        </p:txBody>
      </p:sp>
      <p:sp>
        <p:nvSpPr>
          <p:cNvPr id="1488" name="TextBox 1487"/>
          <p:cNvSpPr txBox="1"/>
          <p:nvPr/>
        </p:nvSpPr>
        <p:spPr>
          <a:xfrm>
            <a:off x="8579301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489" name="Rectangle 1488"/>
          <p:cNvSpPr/>
          <p:nvPr/>
        </p:nvSpPr>
        <p:spPr>
          <a:xfrm>
            <a:off x="8932550" y="2074016"/>
            <a:ext cx="335249" cy="250996"/>
          </a:xfrm>
          <a:prstGeom prst="rect">
            <a:avLst/>
          </a:prstGeom>
          <a:solidFill>
            <a:srgbClr val="1A7A3F">
              <a:alpha val="585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TextBox 1489"/>
          <p:cNvSpPr txBox="1"/>
          <p:nvPr/>
        </p:nvSpPr>
        <p:spPr>
          <a:xfrm>
            <a:off x="8926550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491" name="TextBox 1490"/>
          <p:cNvSpPr txBox="1"/>
          <p:nvPr/>
        </p:nvSpPr>
        <p:spPr>
          <a:xfrm>
            <a:off x="8926550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492" name="Rectangle 1491"/>
          <p:cNvSpPr/>
          <p:nvPr/>
        </p:nvSpPr>
        <p:spPr>
          <a:xfrm>
            <a:off x="9279799" y="2074016"/>
            <a:ext cx="335249" cy="250996"/>
          </a:xfrm>
          <a:prstGeom prst="rect">
            <a:avLst/>
          </a:prstGeom>
          <a:solidFill>
            <a:srgbClr val="1A7A3F">
              <a:alpha val="78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TextBox 1492"/>
          <p:cNvSpPr txBox="1"/>
          <p:nvPr/>
        </p:nvSpPr>
        <p:spPr>
          <a:xfrm>
            <a:off x="9273799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6.8M</a:t>
            </a:r>
          </a:p>
        </p:txBody>
      </p:sp>
      <p:sp>
        <p:nvSpPr>
          <p:cNvPr id="1494" name="TextBox 1493"/>
          <p:cNvSpPr txBox="1"/>
          <p:nvPr/>
        </p:nvSpPr>
        <p:spPr>
          <a:xfrm>
            <a:off x="9273799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495" name="Rectangle 1494"/>
          <p:cNvSpPr/>
          <p:nvPr/>
        </p:nvSpPr>
        <p:spPr>
          <a:xfrm>
            <a:off x="9627048" y="2074016"/>
            <a:ext cx="335249" cy="250996"/>
          </a:xfrm>
          <a:prstGeom prst="rect">
            <a:avLst/>
          </a:prstGeom>
          <a:solidFill>
            <a:srgbClr val="1A7A3F">
              <a:alpha val="497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TextBox 1495"/>
          <p:cNvSpPr txBox="1"/>
          <p:nvPr/>
        </p:nvSpPr>
        <p:spPr>
          <a:xfrm>
            <a:off x="9621048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497" name="TextBox 1496"/>
          <p:cNvSpPr txBox="1"/>
          <p:nvPr/>
        </p:nvSpPr>
        <p:spPr>
          <a:xfrm>
            <a:off x="9621048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498" name="Rectangle 1497"/>
          <p:cNvSpPr/>
          <p:nvPr/>
        </p:nvSpPr>
        <p:spPr>
          <a:xfrm>
            <a:off x="9974297" y="2074016"/>
            <a:ext cx="335249" cy="250996"/>
          </a:xfrm>
          <a:prstGeom prst="rect">
            <a:avLst/>
          </a:prstGeom>
          <a:solidFill>
            <a:srgbClr val="1A7A3F">
              <a:alpha val="646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TextBox 1498"/>
          <p:cNvSpPr txBox="1"/>
          <p:nvPr/>
        </p:nvSpPr>
        <p:spPr>
          <a:xfrm>
            <a:off x="9968297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5.1M</a:t>
            </a:r>
          </a:p>
        </p:txBody>
      </p:sp>
      <p:sp>
        <p:nvSpPr>
          <p:cNvPr id="1500" name="TextBox 1499"/>
          <p:cNvSpPr txBox="1"/>
          <p:nvPr/>
        </p:nvSpPr>
        <p:spPr>
          <a:xfrm>
            <a:off x="9968297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501" name="Rectangle 1500"/>
          <p:cNvSpPr/>
          <p:nvPr/>
        </p:nvSpPr>
        <p:spPr>
          <a:xfrm>
            <a:off x="10321546" y="2074016"/>
            <a:ext cx="335249" cy="250996"/>
          </a:xfrm>
          <a:prstGeom prst="rect">
            <a:avLst/>
          </a:prstGeom>
          <a:solidFill>
            <a:srgbClr val="1A7A3F">
              <a:alpha val="5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TextBox 1501"/>
          <p:cNvSpPr txBox="1"/>
          <p:nvPr/>
        </p:nvSpPr>
        <p:spPr>
          <a:xfrm>
            <a:off x="10315546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4.5M</a:t>
            </a:r>
          </a:p>
        </p:txBody>
      </p:sp>
      <p:sp>
        <p:nvSpPr>
          <p:cNvPr id="1503" name="TextBox 1502"/>
          <p:cNvSpPr txBox="1"/>
          <p:nvPr/>
        </p:nvSpPr>
        <p:spPr>
          <a:xfrm>
            <a:off x="10315546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504" name="Rectangle 1503"/>
          <p:cNvSpPr/>
          <p:nvPr/>
        </p:nvSpPr>
        <p:spPr>
          <a:xfrm>
            <a:off x="10668795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TextBox 1504"/>
          <p:cNvSpPr txBox="1"/>
          <p:nvPr/>
        </p:nvSpPr>
        <p:spPr>
          <a:xfrm>
            <a:off x="10662795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9.7M</a:t>
            </a:r>
          </a:p>
        </p:txBody>
      </p:sp>
      <p:sp>
        <p:nvSpPr>
          <p:cNvPr id="1506" name="TextBox 1505"/>
          <p:cNvSpPr txBox="1"/>
          <p:nvPr/>
        </p:nvSpPr>
        <p:spPr>
          <a:xfrm>
            <a:off x="10662795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29件</a:t>
            </a:r>
          </a:p>
        </p:txBody>
      </p:sp>
      <p:sp>
        <p:nvSpPr>
          <p:cNvPr id="1507" name="Rectangle 1506"/>
          <p:cNvSpPr/>
          <p:nvPr/>
        </p:nvSpPr>
        <p:spPr>
          <a:xfrm>
            <a:off x="11016044" y="2074016"/>
            <a:ext cx="335249" cy="250996"/>
          </a:xfrm>
          <a:prstGeom prst="rect">
            <a:avLst/>
          </a:prstGeom>
          <a:solidFill>
            <a:srgbClr val="1A7A3F">
              <a:alpha val="42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TextBox 1507"/>
          <p:cNvSpPr txBox="1"/>
          <p:nvPr/>
        </p:nvSpPr>
        <p:spPr>
          <a:xfrm>
            <a:off x="11010044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509" name="TextBox 1508"/>
          <p:cNvSpPr txBox="1"/>
          <p:nvPr/>
        </p:nvSpPr>
        <p:spPr>
          <a:xfrm>
            <a:off x="11010044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510" name="Rectangle 1509"/>
          <p:cNvSpPr/>
          <p:nvPr/>
        </p:nvSpPr>
        <p:spPr>
          <a:xfrm>
            <a:off x="11363293" y="2074016"/>
            <a:ext cx="335249" cy="250996"/>
          </a:xfrm>
          <a:prstGeom prst="rect">
            <a:avLst/>
          </a:prstGeom>
          <a:solidFill>
            <a:srgbClr val="1A7A3F">
              <a:alpha val="42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TextBox 1510"/>
          <p:cNvSpPr txBox="1"/>
          <p:nvPr/>
        </p:nvSpPr>
        <p:spPr>
          <a:xfrm>
            <a:off x="11357293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512" name="TextBox 1511"/>
          <p:cNvSpPr txBox="1"/>
          <p:nvPr/>
        </p:nvSpPr>
        <p:spPr>
          <a:xfrm>
            <a:off x="11357293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9件</a:t>
            </a:r>
          </a:p>
        </p:txBody>
      </p:sp>
      <p:sp>
        <p:nvSpPr>
          <p:cNvPr id="1513" name="Rectangle 1512"/>
          <p:cNvSpPr/>
          <p:nvPr/>
        </p:nvSpPr>
        <p:spPr>
          <a:xfrm>
            <a:off x="11710542" y="2074016"/>
            <a:ext cx="335249" cy="250996"/>
          </a:xfrm>
          <a:prstGeom prst="rect">
            <a:avLst/>
          </a:prstGeom>
          <a:solidFill>
            <a:srgbClr val="1A7A3F">
              <a:alpha val="562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TextBox 1513"/>
          <p:cNvSpPr txBox="1"/>
          <p:nvPr/>
        </p:nvSpPr>
        <p:spPr>
          <a:xfrm>
            <a:off x="11704542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515" name="TextBox 1514"/>
          <p:cNvSpPr txBox="1"/>
          <p:nvPr/>
        </p:nvSpPr>
        <p:spPr>
          <a:xfrm>
            <a:off x="11704542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516" name="TextBox 1515"/>
          <p:cNvSpPr txBox="1"/>
          <p:nvPr/>
        </p:nvSpPr>
        <p:spPr>
          <a:xfrm>
            <a:off x="6183056" y="233101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517" name="Rectangle 1516"/>
          <p:cNvSpPr/>
          <p:nvPr/>
        </p:nvSpPr>
        <p:spPr>
          <a:xfrm>
            <a:off x="6849056" y="2337012"/>
            <a:ext cx="335249" cy="250996"/>
          </a:xfrm>
          <a:prstGeom prst="rect">
            <a:avLst/>
          </a:prstGeom>
          <a:solidFill>
            <a:srgbClr val="94A3B8">
              <a:alpha val="2528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TextBox 1517"/>
          <p:cNvSpPr txBox="1"/>
          <p:nvPr/>
        </p:nvSpPr>
        <p:spPr>
          <a:xfrm>
            <a:off x="6843056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519" name="TextBox 1518"/>
          <p:cNvSpPr txBox="1"/>
          <p:nvPr/>
        </p:nvSpPr>
        <p:spPr>
          <a:xfrm>
            <a:off x="6843056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520" name="Rectangle 1519"/>
          <p:cNvSpPr/>
          <p:nvPr/>
        </p:nvSpPr>
        <p:spPr>
          <a:xfrm>
            <a:off x="7196305" y="2337012"/>
            <a:ext cx="335249" cy="250996"/>
          </a:xfrm>
          <a:prstGeom prst="rect">
            <a:avLst/>
          </a:prstGeom>
          <a:solidFill>
            <a:srgbClr val="94A3B8">
              <a:alpha val="25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TextBox 1520"/>
          <p:cNvSpPr txBox="1"/>
          <p:nvPr/>
        </p:nvSpPr>
        <p:spPr>
          <a:xfrm>
            <a:off x="7190305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522" name="TextBox 1521"/>
          <p:cNvSpPr txBox="1"/>
          <p:nvPr/>
        </p:nvSpPr>
        <p:spPr>
          <a:xfrm>
            <a:off x="7190305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523" name="Rectangle 1522"/>
          <p:cNvSpPr/>
          <p:nvPr/>
        </p:nvSpPr>
        <p:spPr>
          <a:xfrm>
            <a:off x="7890803" y="2337012"/>
            <a:ext cx="335249" cy="250996"/>
          </a:xfrm>
          <a:prstGeom prst="rect">
            <a:avLst/>
          </a:prstGeom>
          <a:solidFill>
            <a:srgbClr val="94A3B8">
              <a:alpha val="3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TextBox 1523"/>
          <p:cNvSpPr txBox="1"/>
          <p:nvPr/>
        </p:nvSpPr>
        <p:spPr>
          <a:xfrm>
            <a:off x="7884803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0.4M</a:t>
            </a:r>
          </a:p>
        </p:txBody>
      </p:sp>
      <p:sp>
        <p:nvSpPr>
          <p:cNvPr id="1525" name="TextBox 1524"/>
          <p:cNvSpPr txBox="1"/>
          <p:nvPr/>
        </p:nvSpPr>
        <p:spPr>
          <a:xfrm>
            <a:off x="7884803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526" name="Rectangle 1525"/>
          <p:cNvSpPr/>
          <p:nvPr/>
        </p:nvSpPr>
        <p:spPr>
          <a:xfrm>
            <a:off x="8585301" y="2337012"/>
            <a:ext cx="335249" cy="250996"/>
          </a:xfrm>
          <a:prstGeom prst="rect">
            <a:avLst/>
          </a:prstGeom>
          <a:solidFill>
            <a:srgbClr val="94A3B8">
              <a:alpha val="258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TextBox 1526"/>
          <p:cNvSpPr txBox="1"/>
          <p:nvPr/>
        </p:nvSpPr>
        <p:spPr>
          <a:xfrm>
            <a:off x="8579301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528" name="TextBox 1527"/>
          <p:cNvSpPr txBox="1"/>
          <p:nvPr/>
        </p:nvSpPr>
        <p:spPr>
          <a:xfrm>
            <a:off x="8579301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529" name="Rectangle 1528"/>
          <p:cNvSpPr/>
          <p:nvPr/>
        </p:nvSpPr>
        <p:spPr>
          <a:xfrm>
            <a:off x="9974297" y="2337012"/>
            <a:ext cx="335249" cy="250996"/>
          </a:xfrm>
          <a:prstGeom prst="rect">
            <a:avLst/>
          </a:prstGeom>
          <a:solidFill>
            <a:srgbClr val="94A3B8">
              <a:alpha val="26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TextBox 1529"/>
          <p:cNvSpPr txBox="1"/>
          <p:nvPr/>
        </p:nvSpPr>
        <p:spPr>
          <a:xfrm>
            <a:off x="9968297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531" name="TextBox 1530"/>
          <p:cNvSpPr txBox="1"/>
          <p:nvPr/>
        </p:nvSpPr>
        <p:spPr>
          <a:xfrm>
            <a:off x="9968297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532" name="Rectangle 1531"/>
          <p:cNvSpPr/>
          <p:nvPr/>
        </p:nvSpPr>
        <p:spPr>
          <a:xfrm>
            <a:off x="10668795" y="2337012"/>
            <a:ext cx="335249" cy="250996"/>
          </a:xfrm>
          <a:prstGeom prst="rect">
            <a:avLst/>
          </a:prstGeom>
          <a:solidFill>
            <a:srgbClr val="94A3B8">
              <a:alpha val="26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TextBox 1532"/>
          <p:cNvSpPr txBox="1"/>
          <p:nvPr/>
        </p:nvSpPr>
        <p:spPr>
          <a:xfrm>
            <a:off x="10662795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534" name="TextBox 1533"/>
          <p:cNvSpPr txBox="1"/>
          <p:nvPr/>
        </p:nvSpPr>
        <p:spPr>
          <a:xfrm>
            <a:off x="10662795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535" name="Rectangle 1534"/>
          <p:cNvSpPr/>
          <p:nvPr/>
        </p:nvSpPr>
        <p:spPr>
          <a:xfrm>
            <a:off x="11016044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TextBox 1535"/>
          <p:cNvSpPr txBox="1"/>
          <p:nvPr/>
        </p:nvSpPr>
        <p:spPr>
          <a:xfrm>
            <a:off x="11010044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3.9M</a:t>
            </a:r>
          </a:p>
        </p:txBody>
      </p:sp>
      <p:sp>
        <p:nvSpPr>
          <p:cNvPr id="1537" name="TextBox 1536"/>
          <p:cNvSpPr txBox="1"/>
          <p:nvPr/>
        </p:nvSpPr>
        <p:spPr>
          <a:xfrm>
            <a:off x="11010044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538" name="Rectangle 1537"/>
          <p:cNvSpPr/>
          <p:nvPr/>
        </p:nvSpPr>
        <p:spPr>
          <a:xfrm>
            <a:off x="11363293" y="2337012"/>
            <a:ext cx="335249" cy="250996"/>
          </a:xfrm>
          <a:prstGeom prst="rect">
            <a:avLst/>
          </a:prstGeom>
          <a:solidFill>
            <a:srgbClr val="94A3B8">
              <a:alpha val="298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TextBox 1538"/>
          <p:cNvSpPr txBox="1"/>
          <p:nvPr/>
        </p:nvSpPr>
        <p:spPr>
          <a:xfrm>
            <a:off x="11357293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0.3M</a:t>
            </a:r>
          </a:p>
        </p:txBody>
      </p:sp>
      <p:sp>
        <p:nvSpPr>
          <p:cNvPr id="1540" name="TextBox 1539"/>
          <p:cNvSpPr txBox="1"/>
          <p:nvPr/>
        </p:nvSpPr>
        <p:spPr>
          <a:xfrm>
            <a:off x="11357293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541" name="TextBox 1540"/>
          <p:cNvSpPr txBox="1"/>
          <p:nvPr/>
        </p:nvSpPr>
        <p:spPr>
          <a:xfrm>
            <a:off x="6183056" y="259400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542" name="Rectangle 1541"/>
          <p:cNvSpPr/>
          <p:nvPr/>
        </p:nvSpPr>
        <p:spPr>
          <a:xfrm>
            <a:off x="7543554" y="2600008"/>
            <a:ext cx="335249" cy="2509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TextBox 1542"/>
          <p:cNvSpPr txBox="1"/>
          <p:nvPr/>
        </p:nvSpPr>
        <p:spPr>
          <a:xfrm>
            <a:off x="7537554" y="26020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544" name="TextBox 1543"/>
          <p:cNvSpPr txBox="1"/>
          <p:nvPr/>
        </p:nvSpPr>
        <p:spPr>
          <a:xfrm>
            <a:off x="7537554" y="27320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545" name="Rectangle 1544"/>
          <p:cNvSpPr/>
          <p:nvPr/>
        </p:nvSpPr>
        <p:spPr>
          <a:xfrm>
            <a:off x="8238052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TextBox 1545"/>
          <p:cNvSpPr txBox="1"/>
          <p:nvPr/>
        </p:nvSpPr>
        <p:spPr>
          <a:xfrm>
            <a:off x="8232052" y="26020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547" name="TextBox 1546"/>
          <p:cNvSpPr txBox="1"/>
          <p:nvPr/>
        </p:nvSpPr>
        <p:spPr>
          <a:xfrm>
            <a:off x="8232052" y="27320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548" name="Rectangle 1547"/>
          <p:cNvSpPr/>
          <p:nvPr/>
        </p:nvSpPr>
        <p:spPr>
          <a:xfrm>
            <a:off x="8585301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TextBox 1548"/>
          <p:cNvSpPr txBox="1"/>
          <p:nvPr/>
        </p:nvSpPr>
        <p:spPr>
          <a:xfrm>
            <a:off x="8579301" y="26020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550" name="TextBox 1549"/>
          <p:cNvSpPr txBox="1"/>
          <p:nvPr/>
        </p:nvSpPr>
        <p:spPr>
          <a:xfrm>
            <a:off x="8579301" y="27320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6183056" y="285700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552" name="Rectangle 1551"/>
          <p:cNvSpPr/>
          <p:nvPr/>
        </p:nvSpPr>
        <p:spPr>
          <a:xfrm>
            <a:off x="684905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TextBox 1552"/>
          <p:cNvSpPr txBox="1"/>
          <p:nvPr/>
        </p:nvSpPr>
        <p:spPr>
          <a:xfrm>
            <a:off x="6843056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6.6M</a:t>
            </a:r>
          </a:p>
        </p:txBody>
      </p:sp>
      <p:sp>
        <p:nvSpPr>
          <p:cNvPr id="1554" name="TextBox 1553"/>
          <p:cNvSpPr txBox="1"/>
          <p:nvPr/>
        </p:nvSpPr>
        <p:spPr>
          <a:xfrm>
            <a:off x="6843056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19件</a:t>
            </a:r>
          </a:p>
        </p:txBody>
      </p:sp>
      <p:sp>
        <p:nvSpPr>
          <p:cNvPr id="1555" name="Rectangle 1554"/>
          <p:cNvSpPr/>
          <p:nvPr/>
        </p:nvSpPr>
        <p:spPr>
          <a:xfrm>
            <a:off x="719630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TextBox 1555"/>
          <p:cNvSpPr txBox="1"/>
          <p:nvPr/>
        </p:nvSpPr>
        <p:spPr>
          <a:xfrm>
            <a:off x="7190305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14.4M</a:t>
            </a:r>
          </a:p>
        </p:txBody>
      </p:sp>
      <p:sp>
        <p:nvSpPr>
          <p:cNvPr id="1557" name="TextBox 1556"/>
          <p:cNvSpPr txBox="1"/>
          <p:nvPr/>
        </p:nvSpPr>
        <p:spPr>
          <a:xfrm>
            <a:off x="7190305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39件</a:t>
            </a:r>
          </a:p>
        </p:txBody>
      </p:sp>
      <p:sp>
        <p:nvSpPr>
          <p:cNvPr id="1558" name="Rectangle 1557"/>
          <p:cNvSpPr/>
          <p:nvPr/>
        </p:nvSpPr>
        <p:spPr>
          <a:xfrm>
            <a:off x="754355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TextBox 1558"/>
          <p:cNvSpPr txBox="1"/>
          <p:nvPr/>
        </p:nvSpPr>
        <p:spPr>
          <a:xfrm>
            <a:off x="7537554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18.1M</a:t>
            </a:r>
          </a:p>
        </p:txBody>
      </p:sp>
      <p:sp>
        <p:nvSpPr>
          <p:cNvPr id="1560" name="TextBox 1559"/>
          <p:cNvSpPr txBox="1"/>
          <p:nvPr/>
        </p:nvSpPr>
        <p:spPr>
          <a:xfrm>
            <a:off x="7537554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52件</a:t>
            </a:r>
          </a:p>
        </p:txBody>
      </p:sp>
      <p:sp>
        <p:nvSpPr>
          <p:cNvPr id="1561" name="Rectangle 1560"/>
          <p:cNvSpPr/>
          <p:nvPr/>
        </p:nvSpPr>
        <p:spPr>
          <a:xfrm>
            <a:off x="789080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TextBox 1561"/>
          <p:cNvSpPr txBox="1"/>
          <p:nvPr/>
        </p:nvSpPr>
        <p:spPr>
          <a:xfrm>
            <a:off x="7884803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16.9M</a:t>
            </a:r>
          </a:p>
        </p:txBody>
      </p:sp>
      <p:sp>
        <p:nvSpPr>
          <p:cNvPr id="1563" name="TextBox 1562"/>
          <p:cNvSpPr txBox="1"/>
          <p:nvPr/>
        </p:nvSpPr>
        <p:spPr>
          <a:xfrm>
            <a:off x="7884803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32件</a:t>
            </a:r>
          </a:p>
        </p:txBody>
      </p:sp>
      <p:sp>
        <p:nvSpPr>
          <p:cNvPr id="1564" name="Rectangle 1563"/>
          <p:cNvSpPr/>
          <p:nvPr/>
        </p:nvSpPr>
        <p:spPr>
          <a:xfrm>
            <a:off x="823805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TextBox 1564"/>
          <p:cNvSpPr txBox="1"/>
          <p:nvPr/>
        </p:nvSpPr>
        <p:spPr>
          <a:xfrm>
            <a:off x="8232052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13.2M</a:t>
            </a:r>
          </a:p>
        </p:txBody>
      </p:sp>
      <p:sp>
        <p:nvSpPr>
          <p:cNvPr id="1566" name="TextBox 1565"/>
          <p:cNvSpPr txBox="1"/>
          <p:nvPr/>
        </p:nvSpPr>
        <p:spPr>
          <a:xfrm>
            <a:off x="8232052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25件</a:t>
            </a:r>
          </a:p>
        </p:txBody>
      </p:sp>
      <p:sp>
        <p:nvSpPr>
          <p:cNvPr id="1567" name="Rectangle 1566"/>
          <p:cNvSpPr/>
          <p:nvPr/>
        </p:nvSpPr>
        <p:spPr>
          <a:xfrm>
            <a:off x="858530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TextBox 1567"/>
          <p:cNvSpPr txBox="1"/>
          <p:nvPr/>
        </p:nvSpPr>
        <p:spPr>
          <a:xfrm>
            <a:off x="8579301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20.3M</a:t>
            </a:r>
          </a:p>
        </p:txBody>
      </p:sp>
      <p:sp>
        <p:nvSpPr>
          <p:cNvPr id="1569" name="TextBox 1568"/>
          <p:cNvSpPr txBox="1"/>
          <p:nvPr/>
        </p:nvSpPr>
        <p:spPr>
          <a:xfrm>
            <a:off x="8579301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62件</a:t>
            </a:r>
          </a:p>
        </p:txBody>
      </p:sp>
      <p:sp>
        <p:nvSpPr>
          <p:cNvPr id="1570" name="Rectangle 1569"/>
          <p:cNvSpPr/>
          <p:nvPr/>
        </p:nvSpPr>
        <p:spPr>
          <a:xfrm>
            <a:off x="893255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TextBox 1570"/>
          <p:cNvSpPr txBox="1"/>
          <p:nvPr/>
        </p:nvSpPr>
        <p:spPr>
          <a:xfrm>
            <a:off x="8926550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14.8M</a:t>
            </a:r>
          </a:p>
        </p:txBody>
      </p:sp>
      <p:sp>
        <p:nvSpPr>
          <p:cNvPr id="1572" name="TextBox 1571"/>
          <p:cNvSpPr txBox="1"/>
          <p:nvPr/>
        </p:nvSpPr>
        <p:spPr>
          <a:xfrm>
            <a:off x="8926550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56件</a:t>
            </a:r>
          </a:p>
        </p:txBody>
      </p:sp>
      <p:sp>
        <p:nvSpPr>
          <p:cNvPr id="1573" name="Rectangle 1572"/>
          <p:cNvSpPr/>
          <p:nvPr/>
        </p:nvSpPr>
        <p:spPr>
          <a:xfrm>
            <a:off x="927979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TextBox 1573"/>
          <p:cNvSpPr txBox="1"/>
          <p:nvPr/>
        </p:nvSpPr>
        <p:spPr>
          <a:xfrm>
            <a:off x="9273799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32.8M</a:t>
            </a:r>
          </a:p>
        </p:txBody>
      </p:sp>
      <p:sp>
        <p:nvSpPr>
          <p:cNvPr id="1575" name="TextBox 1574"/>
          <p:cNvSpPr txBox="1"/>
          <p:nvPr/>
        </p:nvSpPr>
        <p:spPr>
          <a:xfrm>
            <a:off x="9273799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66件</a:t>
            </a:r>
          </a:p>
        </p:txBody>
      </p:sp>
      <p:sp>
        <p:nvSpPr>
          <p:cNvPr id="1576" name="Rectangle 1575"/>
          <p:cNvSpPr/>
          <p:nvPr/>
        </p:nvSpPr>
        <p:spPr>
          <a:xfrm>
            <a:off x="962704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TextBox 1576"/>
          <p:cNvSpPr txBox="1"/>
          <p:nvPr/>
        </p:nvSpPr>
        <p:spPr>
          <a:xfrm>
            <a:off x="9621048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11.5M</a:t>
            </a:r>
          </a:p>
        </p:txBody>
      </p:sp>
      <p:sp>
        <p:nvSpPr>
          <p:cNvPr id="1578" name="TextBox 1577"/>
          <p:cNvSpPr txBox="1"/>
          <p:nvPr/>
        </p:nvSpPr>
        <p:spPr>
          <a:xfrm>
            <a:off x="9621048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47件</a:t>
            </a:r>
          </a:p>
        </p:txBody>
      </p:sp>
      <p:sp>
        <p:nvSpPr>
          <p:cNvPr id="1579" name="Rectangle 1578"/>
          <p:cNvSpPr/>
          <p:nvPr/>
        </p:nvSpPr>
        <p:spPr>
          <a:xfrm>
            <a:off x="997429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TextBox 1579"/>
          <p:cNvSpPr txBox="1"/>
          <p:nvPr/>
        </p:nvSpPr>
        <p:spPr>
          <a:xfrm>
            <a:off x="9968297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12.3M</a:t>
            </a:r>
          </a:p>
        </p:txBody>
      </p:sp>
      <p:sp>
        <p:nvSpPr>
          <p:cNvPr id="1581" name="TextBox 1580"/>
          <p:cNvSpPr txBox="1"/>
          <p:nvPr/>
        </p:nvSpPr>
        <p:spPr>
          <a:xfrm>
            <a:off x="9968297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36件</a:t>
            </a:r>
          </a:p>
        </p:txBody>
      </p:sp>
      <p:sp>
        <p:nvSpPr>
          <p:cNvPr id="1582" name="Rectangle 1581"/>
          <p:cNvSpPr/>
          <p:nvPr/>
        </p:nvSpPr>
        <p:spPr>
          <a:xfrm>
            <a:off x="1032154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TextBox 1582"/>
          <p:cNvSpPr txBox="1"/>
          <p:nvPr/>
        </p:nvSpPr>
        <p:spPr>
          <a:xfrm>
            <a:off x="10315546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19.0M</a:t>
            </a:r>
          </a:p>
        </p:txBody>
      </p:sp>
      <p:sp>
        <p:nvSpPr>
          <p:cNvPr id="1584" name="TextBox 1583"/>
          <p:cNvSpPr txBox="1"/>
          <p:nvPr/>
        </p:nvSpPr>
        <p:spPr>
          <a:xfrm>
            <a:off x="10315546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44件</a:t>
            </a:r>
          </a:p>
        </p:txBody>
      </p:sp>
      <p:sp>
        <p:nvSpPr>
          <p:cNvPr id="1585" name="Rectangle 1584"/>
          <p:cNvSpPr/>
          <p:nvPr/>
        </p:nvSpPr>
        <p:spPr>
          <a:xfrm>
            <a:off x="1066879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TextBox 1585"/>
          <p:cNvSpPr txBox="1"/>
          <p:nvPr/>
        </p:nvSpPr>
        <p:spPr>
          <a:xfrm>
            <a:off x="10662795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26.1M</a:t>
            </a:r>
          </a:p>
        </p:txBody>
      </p:sp>
      <p:sp>
        <p:nvSpPr>
          <p:cNvPr id="1587" name="TextBox 1586"/>
          <p:cNvSpPr txBox="1"/>
          <p:nvPr/>
        </p:nvSpPr>
        <p:spPr>
          <a:xfrm>
            <a:off x="10662795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67件</a:t>
            </a:r>
          </a:p>
        </p:txBody>
      </p:sp>
      <p:sp>
        <p:nvSpPr>
          <p:cNvPr id="1588" name="Rectangle 1587"/>
          <p:cNvSpPr/>
          <p:nvPr/>
        </p:nvSpPr>
        <p:spPr>
          <a:xfrm>
            <a:off x="1101604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TextBox 1588"/>
          <p:cNvSpPr txBox="1"/>
          <p:nvPr/>
        </p:nvSpPr>
        <p:spPr>
          <a:xfrm>
            <a:off x="11010044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19.5M</a:t>
            </a:r>
          </a:p>
        </p:txBody>
      </p:sp>
      <p:sp>
        <p:nvSpPr>
          <p:cNvPr id="1590" name="TextBox 1589"/>
          <p:cNvSpPr txBox="1"/>
          <p:nvPr/>
        </p:nvSpPr>
        <p:spPr>
          <a:xfrm>
            <a:off x="11010044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55件</a:t>
            </a:r>
          </a:p>
        </p:txBody>
      </p:sp>
      <p:sp>
        <p:nvSpPr>
          <p:cNvPr id="1591" name="Rectangle 1590"/>
          <p:cNvSpPr/>
          <p:nvPr/>
        </p:nvSpPr>
        <p:spPr>
          <a:xfrm>
            <a:off x="1136329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TextBox 1591"/>
          <p:cNvSpPr txBox="1"/>
          <p:nvPr/>
        </p:nvSpPr>
        <p:spPr>
          <a:xfrm>
            <a:off x="11357293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10.9M</a:t>
            </a:r>
          </a:p>
        </p:txBody>
      </p:sp>
      <p:sp>
        <p:nvSpPr>
          <p:cNvPr id="1593" name="TextBox 1592"/>
          <p:cNvSpPr txBox="1"/>
          <p:nvPr/>
        </p:nvSpPr>
        <p:spPr>
          <a:xfrm>
            <a:off x="11357293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35件</a:t>
            </a:r>
          </a:p>
        </p:txBody>
      </p:sp>
      <p:sp>
        <p:nvSpPr>
          <p:cNvPr id="1594" name="Rectangle 1593"/>
          <p:cNvSpPr/>
          <p:nvPr/>
        </p:nvSpPr>
        <p:spPr>
          <a:xfrm>
            <a:off x="1171054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TextBox 1594"/>
          <p:cNvSpPr txBox="1"/>
          <p:nvPr/>
        </p:nvSpPr>
        <p:spPr>
          <a:xfrm>
            <a:off x="11704542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21.0M</a:t>
            </a:r>
          </a:p>
        </p:txBody>
      </p:sp>
      <p:sp>
        <p:nvSpPr>
          <p:cNvPr id="1596" name="TextBox 1595"/>
          <p:cNvSpPr txBox="1"/>
          <p:nvPr/>
        </p:nvSpPr>
        <p:spPr>
          <a:xfrm>
            <a:off x="11704542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597" name="Rectangle 1596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TextBox 1597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  周度批核业绩热力矩阵（APE in M）</a:t>
            </a:r>
          </a:p>
        </p:txBody>
      </p:sp>
      <p:sp>
        <p:nvSpPr>
          <p:cNvPr id="1599" name="TextBox 1598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1600" name="TextBox 1599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1601" name="TextBox 1600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1602" name="TextBox 1601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1603" name="TextBox 1602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1604" name="TextBox 1603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1605" name="TextBox 1604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1606" name="TextBox 1605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1607" name="TextBox 1606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1608" name="TextBox 1607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1609" name="TextBox 1608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1610" name="TextBox 1609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1611" name="TextBox 1610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1612" name="TextBox 1611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1613" name="TextBox 1612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614" name="TextBox 1613"/>
          <p:cNvSpPr txBox="1"/>
          <p:nvPr/>
        </p:nvSpPr>
        <p:spPr>
          <a:xfrm>
            <a:off x="202880" y="4113632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615" name="Rectangle 1614"/>
          <p:cNvSpPr/>
          <p:nvPr/>
        </p:nvSpPr>
        <p:spPr>
          <a:xfrm>
            <a:off x="868880" y="4119632"/>
            <a:ext cx="335249" cy="251296"/>
          </a:xfrm>
          <a:prstGeom prst="rect">
            <a:avLst/>
          </a:prstGeom>
          <a:solidFill>
            <a:srgbClr val="2980B9">
              <a:alpha val="503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TextBox 1615"/>
          <p:cNvSpPr txBox="1"/>
          <p:nvPr/>
        </p:nvSpPr>
        <p:spPr>
          <a:xfrm>
            <a:off x="862880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3.1M</a:t>
            </a:r>
          </a:p>
        </p:txBody>
      </p:sp>
      <p:sp>
        <p:nvSpPr>
          <p:cNvPr id="1617" name="TextBox 1616"/>
          <p:cNvSpPr txBox="1"/>
          <p:nvPr/>
        </p:nvSpPr>
        <p:spPr>
          <a:xfrm>
            <a:off x="862880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1618" name="Rectangle 1617"/>
          <p:cNvSpPr/>
          <p:nvPr/>
        </p:nvSpPr>
        <p:spPr>
          <a:xfrm>
            <a:off x="1216129" y="4119632"/>
            <a:ext cx="335249" cy="251296"/>
          </a:xfrm>
          <a:prstGeom prst="rect">
            <a:avLst/>
          </a:prstGeom>
          <a:solidFill>
            <a:srgbClr val="2980B9">
              <a:alpha val="30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1210129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1210129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8件</a:t>
            </a:r>
          </a:p>
        </p:txBody>
      </p:sp>
      <p:sp>
        <p:nvSpPr>
          <p:cNvPr id="1621" name="Rectangle 1620"/>
          <p:cNvSpPr/>
          <p:nvPr/>
        </p:nvSpPr>
        <p:spPr>
          <a:xfrm>
            <a:off x="1563378" y="4119632"/>
            <a:ext cx="335249" cy="251296"/>
          </a:xfrm>
          <a:prstGeom prst="rect">
            <a:avLst/>
          </a:prstGeom>
          <a:solidFill>
            <a:srgbClr val="2980B9">
              <a:alpha val="54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1557378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3.5M</a:t>
            </a:r>
          </a:p>
        </p:txBody>
      </p:sp>
      <p:sp>
        <p:nvSpPr>
          <p:cNvPr id="1623" name="TextBox 1622"/>
          <p:cNvSpPr txBox="1"/>
          <p:nvPr/>
        </p:nvSpPr>
        <p:spPr>
          <a:xfrm>
            <a:off x="1557378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624" name="Rectangle 1623"/>
          <p:cNvSpPr/>
          <p:nvPr/>
        </p:nvSpPr>
        <p:spPr>
          <a:xfrm>
            <a:off x="1910627" y="4119632"/>
            <a:ext cx="335249" cy="2512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1904627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9.1M</a:t>
            </a:r>
          </a:p>
        </p:txBody>
      </p:sp>
      <p:sp>
        <p:nvSpPr>
          <p:cNvPr id="1626" name="TextBox 1625"/>
          <p:cNvSpPr txBox="1"/>
          <p:nvPr/>
        </p:nvSpPr>
        <p:spPr>
          <a:xfrm>
            <a:off x="1904627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627" name="Rectangle 1626"/>
          <p:cNvSpPr/>
          <p:nvPr/>
        </p:nvSpPr>
        <p:spPr>
          <a:xfrm>
            <a:off x="2257876" y="4119632"/>
            <a:ext cx="335249" cy="251296"/>
          </a:xfrm>
          <a:prstGeom prst="rect">
            <a:avLst/>
          </a:prstGeom>
          <a:solidFill>
            <a:srgbClr val="2980B9">
              <a:alpha val="337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2251876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1.1M</a:t>
            </a:r>
          </a:p>
        </p:txBody>
      </p:sp>
      <p:sp>
        <p:nvSpPr>
          <p:cNvPr id="1629" name="TextBox 1628"/>
          <p:cNvSpPr txBox="1"/>
          <p:nvPr/>
        </p:nvSpPr>
        <p:spPr>
          <a:xfrm>
            <a:off x="2251876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630" name="Rectangle 1629"/>
          <p:cNvSpPr/>
          <p:nvPr/>
        </p:nvSpPr>
        <p:spPr>
          <a:xfrm>
            <a:off x="2605125" y="4119632"/>
            <a:ext cx="335249" cy="251296"/>
          </a:xfrm>
          <a:prstGeom prst="rect">
            <a:avLst/>
          </a:prstGeom>
          <a:solidFill>
            <a:srgbClr val="2980B9">
              <a:alpha val="27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TextBox 1630"/>
          <p:cNvSpPr txBox="1"/>
          <p:nvPr/>
        </p:nvSpPr>
        <p:spPr>
          <a:xfrm>
            <a:off x="2599125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632" name="TextBox 1631"/>
          <p:cNvSpPr txBox="1"/>
          <p:nvPr/>
        </p:nvSpPr>
        <p:spPr>
          <a:xfrm>
            <a:off x="2599125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633" name="Rectangle 1632"/>
          <p:cNvSpPr/>
          <p:nvPr/>
        </p:nvSpPr>
        <p:spPr>
          <a:xfrm>
            <a:off x="2952374" y="4119632"/>
            <a:ext cx="335249" cy="251296"/>
          </a:xfrm>
          <a:prstGeom prst="rect">
            <a:avLst/>
          </a:prstGeom>
          <a:solidFill>
            <a:srgbClr val="2980B9">
              <a:alpha val="474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TextBox 1633"/>
          <p:cNvSpPr txBox="1"/>
          <p:nvPr/>
        </p:nvSpPr>
        <p:spPr>
          <a:xfrm>
            <a:off x="2946374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2.7M</a:t>
            </a:r>
          </a:p>
        </p:txBody>
      </p:sp>
      <p:sp>
        <p:nvSpPr>
          <p:cNvPr id="1635" name="TextBox 1634"/>
          <p:cNvSpPr txBox="1"/>
          <p:nvPr/>
        </p:nvSpPr>
        <p:spPr>
          <a:xfrm>
            <a:off x="2946374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636" name="Rectangle 1635"/>
          <p:cNvSpPr/>
          <p:nvPr/>
        </p:nvSpPr>
        <p:spPr>
          <a:xfrm>
            <a:off x="3299623" y="4119632"/>
            <a:ext cx="335249" cy="251296"/>
          </a:xfrm>
          <a:prstGeom prst="rect">
            <a:avLst/>
          </a:prstGeom>
          <a:solidFill>
            <a:srgbClr val="2980B9">
              <a:alpha val="404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TextBox 1636"/>
          <p:cNvSpPr txBox="1"/>
          <p:nvPr/>
        </p:nvSpPr>
        <p:spPr>
          <a:xfrm>
            <a:off x="3293623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1.9M</a:t>
            </a:r>
          </a:p>
        </p:txBody>
      </p:sp>
      <p:sp>
        <p:nvSpPr>
          <p:cNvPr id="1638" name="TextBox 1637"/>
          <p:cNvSpPr txBox="1"/>
          <p:nvPr/>
        </p:nvSpPr>
        <p:spPr>
          <a:xfrm>
            <a:off x="3293623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11件</a:t>
            </a:r>
          </a:p>
        </p:txBody>
      </p:sp>
      <p:sp>
        <p:nvSpPr>
          <p:cNvPr id="1639" name="Rectangle 1638"/>
          <p:cNvSpPr/>
          <p:nvPr/>
        </p:nvSpPr>
        <p:spPr>
          <a:xfrm>
            <a:off x="3646872" y="4119632"/>
            <a:ext cx="335249" cy="251296"/>
          </a:xfrm>
          <a:prstGeom prst="rect">
            <a:avLst/>
          </a:prstGeom>
          <a:solidFill>
            <a:srgbClr val="2980B9">
              <a:alpha val="68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TextBox 1639"/>
          <p:cNvSpPr txBox="1"/>
          <p:nvPr/>
        </p:nvSpPr>
        <p:spPr>
          <a:xfrm>
            <a:off x="3640872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5.2M</a:t>
            </a:r>
          </a:p>
        </p:txBody>
      </p:sp>
      <p:sp>
        <p:nvSpPr>
          <p:cNvPr id="1641" name="TextBox 1640"/>
          <p:cNvSpPr txBox="1"/>
          <p:nvPr/>
        </p:nvSpPr>
        <p:spPr>
          <a:xfrm>
            <a:off x="3640872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642" name="Rectangle 1641"/>
          <p:cNvSpPr/>
          <p:nvPr/>
        </p:nvSpPr>
        <p:spPr>
          <a:xfrm>
            <a:off x="3994121" y="4119632"/>
            <a:ext cx="335249" cy="251296"/>
          </a:xfrm>
          <a:prstGeom prst="rect">
            <a:avLst/>
          </a:prstGeom>
          <a:solidFill>
            <a:srgbClr val="2980B9">
              <a:alpha val="46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TextBox 1642"/>
          <p:cNvSpPr txBox="1"/>
          <p:nvPr/>
        </p:nvSpPr>
        <p:spPr>
          <a:xfrm>
            <a:off x="3988121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2.6M</a:t>
            </a:r>
          </a:p>
        </p:txBody>
      </p:sp>
      <p:sp>
        <p:nvSpPr>
          <p:cNvPr id="1644" name="TextBox 1643"/>
          <p:cNvSpPr txBox="1"/>
          <p:nvPr/>
        </p:nvSpPr>
        <p:spPr>
          <a:xfrm>
            <a:off x="3988121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645" name="Rectangle 1644"/>
          <p:cNvSpPr/>
          <p:nvPr/>
        </p:nvSpPr>
        <p:spPr>
          <a:xfrm>
            <a:off x="4341370" y="4119632"/>
            <a:ext cx="335249" cy="251296"/>
          </a:xfrm>
          <a:prstGeom prst="rect">
            <a:avLst/>
          </a:prstGeom>
          <a:solidFill>
            <a:srgbClr val="2980B9">
              <a:alpha val="966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TextBox 1645"/>
          <p:cNvSpPr txBox="1"/>
          <p:nvPr/>
        </p:nvSpPr>
        <p:spPr>
          <a:xfrm>
            <a:off x="4335370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8.7M</a:t>
            </a:r>
          </a:p>
        </p:txBody>
      </p:sp>
      <p:sp>
        <p:nvSpPr>
          <p:cNvPr id="1647" name="TextBox 1646"/>
          <p:cNvSpPr txBox="1"/>
          <p:nvPr/>
        </p:nvSpPr>
        <p:spPr>
          <a:xfrm>
            <a:off x="4335370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648" name="Rectangle 1647"/>
          <p:cNvSpPr/>
          <p:nvPr/>
        </p:nvSpPr>
        <p:spPr>
          <a:xfrm>
            <a:off x="4688619" y="4119632"/>
            <a:ext cx="335249" cy="251296"/>
          </a:xfrm>
          <a:prstGeom prst="rect">
            <a:avLst/>
          </a:prstGeom>
          <a:solidFill>
            <a:srgbClr val="2980B9">
              <a:alpha val="27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TextBox 1648"/>
          <p:cNvSpPr txBox="1"/>
          <p:nvPr/>
        </p:nvSpPr>
        <p:spPr>
          <a:xfrm>
            <a:off x="4682619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650" name="TextBox 1649"/>
          <p:cNvSpPr txBox="1"/>
          <p:nvPr/>
        </p:nvSpPr>
        <p:spPr>
          <a:xfrm>
            <a:off x="4682619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6件</a:t>
            </a:r>
          </a:p>
        </p:txBody>
      </p:sp>
      <p:sp>
        <p:nvSpPr>
          <p:cNvPr id="1651" name="Rectangle 1650"/>
          <p:cNvSpPr/>
          <p:nvPr/>
        </p:nvSpPr>
        <p:spPr>
          <a:xfrm>
            <a:off x="5035868" y="4119632"/>
            <a:ext cx="335249" cy="251296"/>
          </a:xfrm>
          <a:prstGeom prst="rect">
            <a:avLst/>
          </a:prstGeom>
          <a:solidFill>
            <a:srgbClr val="2980B9">
              <a:alpha val="297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TextBox 1651"/>
          <p:cNvSpPr txBox="1"/>
          <p:nvPr/>
        </p:nvSpPr>
        <p:spPr>
          <a:xfrm>
            <a:off x="5029868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0.6M</a:t>
            </a:r>
          </a:p>
        </p:txBody>
      </p:sp>
      <p:sp>
        <p:nvSpPr>
          <p:cNvPr id="1653" name="TextBox 1652"/>
          <p:cNvSpPr txBox="1"/>
          <p:nvPr/>
        </p:nvSpPr>
        <p:spPr>
          <a:xfrm>
            <a:off x="5029868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654" name="Rectangle 1653"/>
          <p:cNvSpPr/>
          <p:nvPr/>
        </p:nvSpPr>
        <p:spPr>
          <a:xfrm>
            <a:off x="5383117" y="4119632"/>
            <a:ext cx="335249" cy="251296"/>
          </a:xfrm>
          <a:prstGeom prst="rect">
            <a:avLst/>
          </a:prstGeom>
          <a:solidFill>
            <a:srgbClr val="2980B9">
              <a:alpha val="276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TextBox 1654"/>
          <p:cNvSpPr txBox="1"/>
          <p:nvPr/>
        </p:nvSpPr>
        <p:spPr>
          <a:xfrm>
            <a:off x="5377117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656" name="TextBox 1655"/>
          <p:cNvSpPr txBox="1"/>
          <p:nvPr/>
        </p:nvSpPr>
        <p:spPr>
          <a:xfrm>
            <a:off x="5377117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657" name="Rectangle 1656"/>
          <p:cNvSpPr/>
          <p:nvPr/>
        </p:nvSpPr>
        <p:spPr>
          <a:xfrm>
            <a:off x="5730366" y="4119632"/>
            <a:ext cx="335249" cy="251296"/>
          </a:xfrm>
          <a:prstGeom prst="rect">
            <a:avLst/>
          </a:prstGeom>
          <a:solidFill>
            <a:srgbClr val="2980B9">
              <a:alpha val="291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TextBox 1657"/>
          <p:cNvSpPr txBox="1"/>
          <p:nvPr/>
        </p:nvSpPr>
        <p:spPr>
          <a:xfrm>
            <a:off x="5724366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1659" name="TextBox 1658"/>
          <p:cNvSpPr txBox="1"/>
          <p:nvPr/>
        </p:nvSpPr>
        <p:spPr>
          <a:xfrm>
            <a:off x="5724366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1660" name="TextBox 1659"/>
          <p:cNvSpPr txBox="1"/>
          <p:nvPr/>
        </p:nvSpPr>
        <p:spPr>
          <a:xfrm>
            <a:off x="202880" y="4376928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661" name="Rectangle 1660"/>
          <p:cNvSpPr/>
          <p:nvPr/>
        </p:nvSpPr>
        <p:spPr>
          <a:xfrm>
            <a:off x="868880" y="4382928"/>
            <a:ext cx="335249" cy="251296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TextBox 1661"/>
          <p:cNvSpPr txBox="1"/>
          <p:nvPr/>
        </p:nvSpPr>
        <p:spPr>
          <a:xfrm>
            <a:off x="862880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663" name="TextBox 1662"/>
          <p:cNvSpPr txBox="1"/>
          <p:nvPr/>
        </p:nvSpPr>
        <p:spPr>
          <a:xfrm>
            <a:off x="862880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664" name="Rectangle 1663"/>
          <p:cNvSpPr/>
          <p:nvPr/>
        </p:nvSpPr>
        <p:spPr>
          <a:xfrm>
            <a:off x="1216129" y="4382928"/>
            <a:ext cx="335249" cy="251296"/>
          </a:xfrm>
          <a:prstGeom prst="rect">
            <a:avLst/>
          </a:prstGeom>
          <a:solidFill>
            <a:srgbClr val="374151">
              <a:alpha val="52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TextBox 1664"/>
          <p:cNvSpPr txBox="1"/>
          <p:nvPr/>
        </p:nvSpPr>
        <p:spPr>
          <a:xfrm>
            <a:off x="1210129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666" name="TextBox 1665"/>
          <p:cNvSpPr txBox="1"/>
          <p:nvPr/>
        </p:nvSpPr>
        <p:spPr>
          <a:xfrm>
            <a:off x="1210129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667" name="Rectangle 1666"/>
          <p:cNvSpPr/>
          <p:nvPr/>
        </p:nvSpPr>
        <p:spPr>
          <a:xfrm>
            <a:off x="1563378" y="4382928"/>
            <a:ext cx="335249" cy="251296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1557378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669" name="TextBox 1668"/>
          <p:cNvSpPr txBox="1"/>
          <p:nvPr/>
        </p:nvSpPr>
        <p:spPr>
          <a:xfrm>
            <a:off x="1557378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670" name="Rectangle 1669"/>
          <p:cNvSpPr/>
          <p:nvPr/>
        </p:nvSpPr>
        <p:spPr>
          <a:xfrm>
            <a:off x="1910627" y="4382928"/>
            <a:ext cx="335249" cy="2512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1904627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1.0M</a:t>
            </a:r>
          </a:p>
        </p:txBody>
      </p:sp>
      <p:sp>
        <p:nvSpPr>
          <p:cNvPr id="1672" name="TextBox 1671"/>
          <p:cNvSpPr txBox="1"/>
          <p:nvPr/>
        </p:nvSpPr>
        <p:spPr>
          <a:xfrm>
            <a:off x="1904627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673" name="Rectangle 1672"/>
          <p:cNvSpPr/>
          <p:nvPr/>
        </p:nvSpPr>
        <p:spPr>
          <a:xfrm>
            <a:off x="2257876" y="4382928"/>
            <a:ext cx="335249" cy="251296"/>
          </a:xfrm>
          <a:prstGeom prst="rect">
            <a:avLst/>
          </a:prstGeom>
          <a:solidFill>
            <a:srgbClr val="374151">
              <a:alpha val="451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2251876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0.3M</a:t>
            </a:r>
          </a:p>
        </p:txBody>
      </p:sp>
      <p:sp>
        <p:nvSpPr>
          <p:cNvPr id="1675" name="TextBox 1674"/>
          <p:cNvSpPr txBox="1"/>
          <p:nvPr/>
        </p:nvSpPr>
        <p:spPr>
          <a:xfrm>
            <a:off x="2251876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676" name="Rectangle 1675"/>
          <p:cNvSpPr/>
          <p:nvPr/>
        </p:nvSpPr>
        <p:spPr>
          <a:xfrm>
            <a:off x="2605125" y="4382928"/>
            <a:ext cx="335249" cy="251296"/>
          </a:xfrm>
          <a:prstGeom prst="rect">
            <a:avLst/>
          </a:prstGeom>
          <a:solidFill>
            <a:srgbClr val="374151">
              <a:alpha val="842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2599125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0.8M</a:t>
            </a:r>
          </a:p>
        </p:txBody>
      </p:sp>
      <p:sp>
        <p:nvSpPr>
          <p:cNvPr id="1678" name="TextBox 1677"/>
          <p:cNvSpPr txBox="1"/>
          <p:nvPr/>
        </p:nvSpPr>
        <p:spPr>
          <a:xfrm>
            <a:off x="2599125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679" name="Rectangle 1678"/>
          <p:cNvSpPr/>
          <p:nvPr/>
        </p:nvSpPr>
        <p:spPr>
          <a:xfrm>
            <a:off x="2952374" y="4382928"/>
            <a:ext cx="335249" cy="251296"/>
          </a:xfrm>
          <a:prstGeom prst="rect">
            <a:avLst/>
          </a:prstGeom>
          <a:solidFill>
            <a:srgbClr val="374151">
              <a:alpha val="880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2946374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0.9M</a:t>
            </a:r>
          </a:p>
        </p:txBody>
      </p:sp>
      <p:sp>
        <p:nvSpPr>
          <p:cNvPr id="1681" name="TextBox 1680"/>
          <p:cNvSpPr txBox="1"/>
          <p:nvPr/>
        </p:nvSpPr>
        <p:spPr>
          <a:xfrm>
            <a:off x="2946374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682" name="Rectangle 1681"/>
          <p:cNvSpPr/>
          <p:nvPr/>
        </p:nvSpPr>
        <p:spPr>
          <a:xfrm>
            <a:off x="3299623" y="4382928"/>
            <a:ext cx="335249" cy="251296"/>
          </a:xfrm>
          <a:prstGeom prst="rect">
            <a:avLst/>
          </a:prstGeom>
          <a:solidFill>
            <a:srgbClr val="374151">
              <a:alpha val="753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3293623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0.7M</a:t>
            </a:r>
          </a:p>
        </p:txBody>
      </p:sp>
      <p:sp>
        <p:nvSpPr>
          <p:cNvPr id="1684" name="TextBox 1683"/>
          <p:cNvSpPr txBox="1"/>
          <p:nvPr/>
        </p:nvSpPr>
        <p:spPr>
          <a:xfrm>
            <a:off x="3293623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685" name="Rectangle 1684"/>
          <p:cNvSpPr/>
          <p:nvPr/>
        </p:nvSpPr>
        <p:spPr>
          <a:xfrm>
            <a:off x="4688619" y="4382928"/>
            <a:ext cx="335249" cy="251296"/>
          </a:xfrm>
          <a:prstGeom prst="rect">
            <a:avLst/>
          </a:prstGeom>
          <a:solidFill>
            <a:srgbClr val="374151">
              <a:alpha val="545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TextBox 1685"/>
          <p:cNvSpPr txBox="1"/>
          <p:nvPr/>
        </p:nvSpPr>
        <p:spPr>
          <a:xfrm>
            <a:off x="4682619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687" name="TextBox 1686"/>
          <p:cNvSpPr txBox="1"/>
          <p:nvPr/>
        </p:nvSpPr>
        <p:spPr>
          <a:xfrm>
            <a:off x="4682619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688" name="Rectangle 1687"/>
          <p:cNvSpPr/>
          <p:nvPr/>
        </p:nvSpPr>
        <p:spPr>
          <a:xfrm>
            <a:off x="5035868" y="4382928"/>
            <a:ext cx="335249" cy="251296"/>
          </a:xfrm>
          <a:prstGeom prst="rect">
            <a:avLst/>
          </a:prstGeom>
          <a:solidFill>
            <a:srgbClr val="374151">
              <a:alpha val="480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TextBox 1688"/>
          <p:cNvSpPr txBox="1"/>
          <p:nvPr/>
        </p:nvSpPr>
        <p:spPr>
          <a:xfrm>
            <a:off x="5029868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0.3M</a:t>
            </a:r>
          </a:p>
        </p:txBody>
      </p:sp>
      <p:sp>
        <p:nvSpPr>
          <p:cNvPr id="1690" name="TextBox 1689"/>
          <p:cNvSpPr txBox="1"/>
          <p:nvPr/>
        </p:nvSpPr>
        <p:spPr>
          <a:xfrm>
            <a:off x="5029868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691" name="Rectangle 1690"/>
          <p:cNvSpPr/>
          <p:nvPr/>
        </p:nvSpPr>
        <p:spPr>
          <a:xfrm>
            <a:off x="5383117" y="4382928"/>
            <a:ext cx="335249" cy="251296"/>
          </a:xfrm>
          <a:prstGeom prst="rect">
            <a:avLst/>
          </a:prstGeom>
          <a:solidFill>
            <a:srgbClr val="374151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TextBox 1691"/>
          <p:cNvSpPr txBox="1"/>
          <p:nvPr/>
        </p:nvSpPr>
        <p:spPr>
          <a:xfrm>
            <a:off x="5377117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0.5M</a:t>
            </a:r>
          </a:p>
        </p:txBody>
      </p:sp>
      <p:sp>
        <p:nvSpPr>
          <p:cNvPr id="1693" name="TextBox 1692"/>
          <p:cNvSpPr txBox="1"/>
          <p:nvPr/>
        </p:nvSpPr>
        <p:spPr>
          <a:xfrm>
            <a:off x="5377117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694" name="TextBox 1693"/>
          <p:cNvSpPr txBox="1"/>
          <p:nvPr/>
        </p:nvSpPr>
        <p:spPr>
          <a:xfrm>
            <a:off x="202880" y="4640224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695" name="Rectangle 1694"/>
          <p:cNvSpPr/>
          <p:nvPr/>
        </p:nvSpPr>
        <p:spPr>
          <a:xfrm>
            <a:off x="868880" y="4646224"/>
            <a:ext cx="335249" cy="251296"/>
          </a:xfrm>
          <a:prstGeom prst="rect">
            <a:avLst/>
          </a:prstGeom>
          <a:solidFill>
            <a:srgbClr val="1F3864">
              <a:alpha val="477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TextBox 1695"/>
          <p:cNvSpPr txBox="1"/>
          <p:nvPr/>
        </p:nvSpPr>
        <p:spPr>
          <a:xfrm>
            <a:off x="862880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4.3M</a:t>
            </a:r>
          </a:p>
        </p:txBody>
      </p:sp>
      <p:sp>
        <p:nvSpPr>
          <p:cNvPr id="1697" name="TextBox 1696"/>
          <p:cNvSpPr txBox="1"/>
          <p:nvPr/>
        </p:nvSpPr>
        <p:spPr>
          <a:xfrm>
            <a:off x="862880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4件</a:t>
            </a:r>
          </a:p>
        </p:txBody>
      </p:sp>
      <p:sp>
        <p:nvSpPr>
          <p:cNvPr id="1698" name="Rectangle 1697"/>
          <p:cNvSpPr/>
          <p:nvPr/>
        </p:nvSpPr>
        <p:spPr>
          <a:xfrm>
            <a:off x="1216129" y="4646224"/>
            <a:ext cx="335249" cy="251296"/>
          </a:xfrm>
          <a:prstGeom prst="rect">
            <a:avLst/>
          </a:prstGeom>
          <a:solidFill>
            <a:srgbClr val="1F3864">
              <a:alpha val="656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TextBox 1698"/>
          <p:cNvSpPr txBox="1"/>
          <p:nvPr/>
        </p:nvSpPr>
        <p:spPr>
          <a:xfrm>
            <a:off x="1210129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7.6M</a:t>
            </a:r>
          </a:p>
        </p:txBody>
      </p:sp>
      <p:sp>
        <p:nvSpPr>
          <p:cNvPr id="1700" name="TextBox 1699"/>
          <p:cNvSpPr txBox="1"/>
          <p:nvPr/>
        </p:nvSpPr>
        <p:spPr>
          <a:xfrm>
            <a:off x="1210129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701" name="Rectangle 1700"/>
          <p:cNvSpPr/>
          <p:nvPr/>
        </p:nvSpPr>
        <p:spPr>
          <a:xfrm>
            <a:off x="1563378" y="4646224"/>
            <a:ext cx="335249" cy="251296"/>
          </a:xfrm>
          <a:prstGeom prst="rect">
            <a:avLst/>
          </a:prstGeom>
          <a:solidFill>
            <a:srgbClr val="1F3864">
              <a:alpha val="87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TextBox 1701"/>
          <p:cNvSpPr txBox="1"/>
          <p:nvPr/>
        </p:nvSpPr>
        <p:spPr>
          <a:xfrm>
            <a:off x="1557378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11.8M</a:t>
            </a:r>
          </a:p>
        </p:txBody>
      </p:sp>
      <p:sp>
        <p:nvSpPr>
          <p:cNvPr id="1703" name="TextBox 1702"/>
          <p:cNvSpPr txBox="1"/>
          <p:nvPr/>
        </p:nvSpPr>
        <p:spPr>
          <a:xfrm>
            <a:off x="1557378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704" name="Rectangle 1703"/>
          <p:cNvSpPr/>
          <p:nvPr/>
        </p:nvSpPr>
        <p:spPr>
          <a:xfrm>
            <a:off x="1910627" y="4646224"/>
            <a:ext cx="335249" cy="251296"/>
          </a:xfrm>
          <a:prstGeom prst="rect">
            <a:avLst/>
          </a:prstGeom>
          <a:solidFill>
            <a:srgbClr val="1F3864">
              <a:alpha val="415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TextBox 1704"/>
          <p:cNvSpPr txBox="1"/>
          <p:nvPr/>
        </p:nvSpPr>
        <p:spPr>
          <a:xfrm>
            <a:off x="1904627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3.1M</a:t>
            </a:r>
          </a:p>
        </p:txBody>
      </p:sp>
      <p:sp>
        <p:nvSpPr>
          <p:cNvPr id="1706" name="TextBox 1705"/>
          <p:cNvSpPr txBox="1"/>
          <p:nvPr/>
        </p:nvSpPr>
        <p:spPr>
          <a:xfrm>
            <a:off x="1904627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707" name="Rectangle 1706"/>
          <p:cNvSpPr/>
          <p:nvPr/>
        </p:nvSpPr>
        <p:spPr>
          <a:xfrm>
            <a:off x="2257876" y="4646224"/>
            <a:ext cx="335249" cy="251296"/>
          </a:xfrm>
          <a:prstGeom prst="rect">
            <a:avLst/>
          </a:prstGeom>
          <a:solidFill>
            <a:srgbClr val="1F3864">
              <a:alpha val="35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TextBox 1707"/>
          <p:cNvSpPr txBox="1"/>
          <p:nvPr/>
        </p:nvSpPr>
        <p:spPr>
          <a:xfrm>
            <a:off x="2251876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1.9M</a:t>
            </a:r>
          </a:p>
        </p:txBody>
      </p:sp>
      <p:sp>
        <p:nvSpPr>
          <p:cNvPr id="1709" name="TextBox 1708"/>
          <p:cNvSpPr txBox="1"/>
          <p:nvPr/>
        </p:nvSpPr>
        <p:spPr>
          <a:xfrm>
            <a:off x="2251876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710" name="Rectangle 1709"/>
          <p:cNvSpPr/>
          <p:nvPr/>
        </p:nvSpPr>
        <p:spPr>
          <a:xfrm>
            <a:off x="2605125" y="4646224"/>
            <a:ext cx="335249" cy="251296"/>
          </a:xfrm>
          <a:prstGeom prst="rect">
            <a:avLst/>
          </a:prstGeom>
          <a:solidFill>
            <a:srgbClr val="1F3864">
              <a:alpha val="42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TextBox 1710"/>
          <p:cNvSpPr txBox="1"/>
          <p:nvPr/>
        </p:nvSpPr>
        <p:spPr>
          <a:xfrm>
            <a:off x="2599125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3.3M</a:t>
            </a:r>
          </a:p>
        </p:txBody>
      </p:sp>
      <p:sp>
        <p:nvSpPr>
          <p:cNvPr id="1712" name="TextBox 1711"/>
          <p:cNvSpPr txBox="1"/>
          <p:nvPr/>
        </p:nvSpPr>
        <p:spPr>
          <a:xfrm>
            <a:off x="2599125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5件</a:t>
            </a:r>
          </a:p>
        </p:txBody>
      </p:sp>
      <p:sp>
        <p:nvSpPr>
          <p:cNvPr id="1713" name="Rectangle 1712"/>
          <p:cNvSpPr/>
          <p:nvPr/>
        </p:nvSpPr>
        <p:spPr>
          <a:xfrm>
            <a:off x="2952374" y="4646224"/>
            <a:ext cx="335249" cy="251296"/>
          </a:xfrm>
          <a:prstGeom prst="rect">
            <a:avLst/>
          </a:prstGeom>
          <a:solidFill>
            <a:srgbClr val="1F3864">
              <a:alpha val="374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TextBox 1713"/>
          <p:cNvSpPr txBox="1"/>
          <p:nvPr/>
        </p:nvSpPr>
        <p:spPr>
          <a:xfrm>
            <a:off x="2946374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2.3M</a:t>
            </a:r>
          </a:p>
        </p:txBody>
      </p:sp>
      <p:sp>
        <p:nvSpPr>
          <p:cNvPr id="1715" name="TextBox 1714"/>
          <p:cNvSpPr txBox="1"/>
          <p:nvPr/>
        </p:nvSpPr>
        <p:spPr>
          <a:xfrm>
            <a:off x="2946374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716" name="Rectangle 1715"/>
          <p:cNvSpPr/>
          <p:nvPr/>
        </p:nvSpPr>
        <p:spPr>
          <a:xfrm>
            <a:off x="3299623" y="4646224"/>
            <a:ext cx="335249" cy="2512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TextBox 1716"/>
          <p:cNvSpPr txBox="1"/>
          <p:nvPr/>
        </p:nvSpPr>
        <p:spPr>
          <a:xfrm>
            <a:off x="3293623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14.1M</a:t>
            </a:r>
          </a:p>
        </p:txBody>
      </p:sp>
      <p:sp>
        <p:nvSpPr>
          <p:cNvPr id="1718" name="TextBox 1717"/>
          <p:cNvSpPr txBox="1"/>
          <p:nvPr/>
        </p:nvSpPr>
        <p:spPr>
          <a:xfrm>
            <a:off x="3293623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719" name="Rectangle 1718"/>
          <p:cNvSpPr/>
          <p:nvPr/>
        </p:nvSpPr>
        <p:spPr>
          <a:xfrm>
            <a:off x="3646872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TextBox 1719"/>
          <p:cNvSpPr txBox="1"/>
          <p:nvPr/>
        </p:nvSpPr>
        <p:spPr>
          <a:xfrm>
            <a:off x="3640872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1.6M</a:t>
            </a:r>
          </a:p>
        </p:txBody>
      </p:sp>
      <p:sp>
        <p:nvSpPr>
          <p:cNvPr id="1721" name="TextBox 1720"/>
          <p:cNvSpPr txBox="1"/>
          <p:nvPr/>
        </p:nvSpPr>
        <p:spPr>
          <a:xfrm>
            <a:off x="3640872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722" name="Rectangle 1721"/>
          <p:cNvSpPr/>
          <p:nvPr/>
        </p:nvSpPr>
        <p:spPr>
          <a:xfrm>
            <a:off x="3994121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TextBox 1722"/>
          <p:cNvSpPr txBox="1"/>
          <p:nvPr/>
        </p:nvSpPr>
        <p:spPr>
          <a:xfrm>
            <a:off x="3988121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724" name="TextBox 1723"/>
          <p:cNvSpPr txBox="1"/>
          <p:nvPr/>
        </p:nvSpPr>
        <p:spPr>
          <a:xfrm>
            <a:off x="3988121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725" name="Rectangle 1724"/>
          <p:cNvSpPr/>
          <p:nvPr/>
        </p:nvSpPr>
        <p:spPr>
          <a:xfrm>
            <a:off x="4341370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TextBox 1725"/>
          <p:cNvSpPr txBox="1"/>
          <p:nvPr/>
        </p:nvSpPr>
        <p:spPr>
          <a:xfrm>
            <a:off x="4335370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727" name="TextBox 1726"/>
          <p:cNvSpPr txBox="1"/>
          <p:nvPr/>
        </p:nvSpPr>
        <p:spPr>
          <a:xfrm>
            <a:off x="4335370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728" name="Rectangle 1727"/>
          <p:cNvSpPr/>
          <p:nvPr/>
        </p:nvSpPr>
        <p:spPr>
          <a:xfrm>
            <a:off x="4688619" y="4646224"/>
            <a:ext cx="335249" cy="251296"/>
          </a:xfrm>
          <a:prstGeom prst="rect">
            <a:avLst/>
          </a:prstGeom>
          <a:solidFill>
            <a:srgbClr val="1F3864">
              <a:alpha val="399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TextBox 1728"/>
          <p:cNvSpPr txBox="1"/>
          <p:nvPr/>
        </p:nvSpPr>
        <p:spPr>
          <a:xfrm>
            <a:off x="4682619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2.8M</a:t>
            </a:r>
          </a:p>
        </p:txBody>
      </p:sp>
      <p:sp>
        <p:nvSpPr>
          <p:cNvPr id="1730" name="TextBox 1729"/>
          <p:cNvSpPr txBox="1"/>
          <p:nvPr/>
        </p:nvSpPr>
        <p:spPr>
          <a:xfrm>
            <a:off x="4682619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6件</a:t>
            </a:r>
          </a:p>
        </p:txBody>
      </p:sp>
      <p:sp>
        <p:nvSpPr>
          <p:cNvPr id="1731" name="Rectangle 1730"/>
          <p:cNvSpPr/>
          <p:nvPr/>
        </p:nvSpPr>
        <p:spPr>
          <a:xfrm>
            <a:off x="5035868" y="4646224"/>
            <a:ext cx="335249" cy="251296"/>
          </a:xfrm>
          <a:prstGeom prst="rect">
            <a:avLst/>
          </a:prstGeom>
          <a:solidFill>
            <a:srgbClr val="1F3864">
              <a:alpha val="266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TextBox 1731"/>
          <p:cNvSpPr txBox="1"/>
          <p:nvPr/>
        </p:nvSpPr>
        <p:spPr>
          <a:xfrm>
            <a:off x="5029868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0.3M</a:t>
            </a:r>
          </a:p>
        </p:txBody>
      </p:sp>
      <p:sp>
        <p:nvSpPr>
          <p:cNvPr id="1733" name="TextBox 1732"/>
          <p:cNvSpPr txBox="1"/>
          <p:nvPr/>
        </p:nvSpPr>
        <p:spPr>
          <a:xfrm>
            <a:off x="5029868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734" name="Rectangle 1733"/>
          <p:cNvSpPr/>
          <p:nvPr/>
        </p:nvSpPr>
        <p:spPr>
          <a:xfrm>
            <a:off x="5383117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TextBox 1734"/>
          <p:cNvSpPr txBox="1"/>
          <p:nvPr/>
        </p:nvSpPr>
        <p:spPr>
          <a:xfrm>
            <a:off x="5377117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1.6M</a:t>
            </a:r>
          </a:p>
        </p:txBody>
      </p:sp>
      <p:sp>
        <p:nvSpPr>
          <p:cNvPr id="1736" name="TextBox 1735"/>
          <p:cNvSpPr txBox="1"/>
          <p:nvPr/>
        </p:nvSpPr>
        <p:spPr>
          <a:xfrm>
            <a:off x="5377117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737" name="TextBox 1736"/>
          <p:cNvSpPr txBox="1"/>
          <p:nvPr/>
        </p:nvSpPr>
        <p:spPr>
          <a:xfrm>
            <a:off x="202880" y="4903520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738" name="Rectangle 1737"/>
          <p:cNvSpPr/>
          <p:nvPr/>
        </p:nvSpPr>
        <p:spPr>
          <a:xfrm>
            <a:off x="868880" y="4909520"/>
            <a:ext cx="335249" cy="251296"/>
          </a:xfrm>
          <a:prstGeom prst="rect">
            <a:avLst/>
          </a:prstGeom>
          <a:solidFill>
            <a:srgbClr val="E67E22">
              <a:alpha val="3455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TextBox 1738"/>
          <p:cNvSpPr txBox="1"/>
          <p:nvPr/>
        </p:nvSpPr>
        <p:spPr>
          <a:xfrm>
            <a:off x="862880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1.6M</a:t>
            </a:r>
          </a:p>
        </p:txBody>
      </p:sp>
      <p:sp>
        <p:nvSpPr>
          <p:cNvPr id="1740" name="TextBox 1739"/>
          <p:cNvSpPr txBox="1"/>
          <p:nvPr/>
        </p:nvSpPr>
        <p:spPr>
          <a:xfrm>
            <a:off x="862880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5件</a:t>
            </a:r>
          </a:p>
        </p:txBody>
      </p:sp>
      <p:sp>
        <p:nvSpPr>
          <p:cNvPr id="1741" name="Rectangle 1740"/>
          <p:cNvSpPr/>
          <p:nvPr/>
        </p:nvSpPr>
        <p:spPr>
          <a:xfrm>
            <a:off x="1216129" y="4909520"/>
            <a:ext cx="335249" cy="251296"/>
          </a:xfrm>
          <a:prstGeom prst="rect">
            <a:avLst/>
          </a:prstGeom>
          <a:solidFill>
            <a:srgbClr val="E67E22">
              <a:alpha val="435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TextBox 1741"/>
          <p:cNvSpPr txBox="1"/>
          <p:nvPr/>
        </p:nvSpPr>
        <p:spPr>
          <a:xfrm>
            <a:off x="1210129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3.1M</a:t>
            </a:r>
          </a:p>
        </p:txBody>
      </p:sp>
      <p:sp>
        <p:nvSpPr>
          <p:cNvPr id="1743" name="TextBox 1742"/>
          <p:cNvSpPr txBox="1"/>
          <p:nvPr/>
        </p:nvSpPr>
        <p:spPr>
          <a:xfrm>
            <a:off x="1210129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744" name="Rectangle 1743"/>
          <p:cNvSpPr/>
          <p:nvPr/>
        </p:nvSpPr>
        <p:spPr>
          <a:xfrm>
            <a:off x="1563378" y="4909520"/>
            <a:ext cx="335249" cy="251296"/>
          </a:xfrm>
          <a:prstGeom prst="rect">
            <a:avLst/>
          </a:prstGeom>
          <a:solidFill>
            <a:srgbClr val="E67E22">
              <a:alpha val="451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TextBox 1744"/>
          <p:cNvSpPr txBox="1"/>
          <p:nvPr/>
        </p:nvSpPr>
        <p:spPr>
          <a:xfrm>
            <a:off x="1557378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3.4M</a:t>
            </a:r>
          </a:p>
        </p:txBody>
      </p:sp>
      <p:sp>
        <p:nvSpPr>
          <p:cNvPr id="1746" name="TextBox 1745"/>
          <p:cNvSpPr txBox="1"/>
          <p:nvPr/>
        </p:nvSpPr>
        <p:spPr>
          <a:xfrm>
            <a:off x="1557378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11件</a:t>
            </a:r>
          </a:p>
        </p:txBody>
      </p:sp>
      <p:sp>
        <p:nvSpPr>
          <p:cNvPr id="1747" name="Rectangle 1746"/>
          <p:cNvSpPr/>
          <p:nvPr/>
        </p:nvSpPr>
        <p:spPr>
          <a:xfrm>
            <a:off x="1910627" y="4909520"/>
            <a:ext cx="335249" cy="251296"/>
          </a:xfrm>
          <a:prstGeom prst="rect">
            <a:avLst/>
          </a:prstGeom>
          <a:solidFill>
            <a:srgbClr val="E67E22">
              <a:alpha val="529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TextBox 1747"/>
          <p:cNvSpPr txBox="1"/>
          <p:nvPr/>
        </p:nvSpPr>
        <p:spPr>
          <a:xfrm>
            <a:off x="1904627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4.7M</a:t>
            </a:r>
          </a:p>
        </p:txBody>
      </p:sp>
      <p:sp>
        <p:nvSpPr>
          <p:cNvPr id="1749" name="TextBox 1748"/>
          <p:cNvSpPr txBox="1"/>
          <p:nvPr/>
        </p:nvSpPr>
        <p:spPr>
          <a:xfrm>
            <a:off x="1904627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11件</a:t>
            </a:r>
          </a:p>
        </p:txBody>
      </p:sp>
      <p:sp>
        <p:nvSpPr>
          <p:cNvPr id="1750" name="Rectangle 1749"/>
          <p:cNvSpPr/>
          <p:nvPr/>
        </p:nvSpPr>
        <p:spPr>
          <a:xfrm>
            <a:off x="2257876" y="4909520"/>
            <a:ext cx="335249" cy="251296"/>
          </a:xfrm>
          <a:prstGeom prst="rect">
            <a:avLst/>
          </a:prstGeom>
          <a:solidFill>
            <a:srgbClr val="E67E22">
              <a:alpha val="488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TextBox 1750"/>
          <p:cNvSpPr txBox="1"/>
          <p:nvPr/>
        </p:nvSpPr>
        <p:spPr>
          <a:xfrm>
            <a:off x="2251876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4.0M</a:t>
            </a:r>
          </a:p>
        </p:txBody>
      </p:sp>
      <p:sp>
        <p:nvSpPr>
          <p:cNvPr id="1752" name="TextBox 1751"/>
          <p:cNvSpPr txBox="1"/>
          <p:nvPr/>
        </p:nvSpPr>
        <p:spPr>
          <a:xfrm>
            <a:off x="2251876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14件</a:t>
            </a:r>
          </a:p>
        </p:txBody>
      </p:sp>
      <p:sp>
        <p:nvSpPr>
          <p:cNvPr id="1753" name="Rectangle 1752"/>
          <p:cNvSpPr/>
          <p:nvPr/>
        </p:nvSpPr>
        <p:spPr>
          <a:xfrm>
            <a:off x="2605125" y="4909520"/>
            <a:ext cx="335249" cy="251296"/>
          </a:xfrm>
          <a:prstGeom prst="rect">
            <a:avLst/>
          </a:prstGeom>
          <a:solidFill>
            <a:srgbClr val="E67E22">
              <a:alpha val="860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TextBox 1753"/>
          <p:cNvSpPr txBox="1"/>
          <p:nvPr/>
        </p:nvSpPr>
        <p:spPr>
          <a:xfrm>
            <a:off x="2599125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10.2M</a:t>
            </a:r>
          </a:p>
        </p:txBody>
      </p:sp>
      <p:sp>
        <p:nvSpPr>
          <p:cNvPr id="1755" name="TextBox 1754"/>
          <p:cNvSpPr txBox="1"/>
          <p:nvPr/>
        </p:nvSpPr>
        <p:spPr>
          <a:xfrm>
            <a:off x="2599125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19件</a:t>
            </a:r>
          </a:p>
        </p:txBody>
      </p:sp>
      <p:sp>
        <p:nvSpPr>
          <p:cNvPr id="1756" name="Rectangle 1755"/>
          <p:cNvSpPr/>
          <p:nvPr/>
        </p:nvSpPr>
        <p:spPr>
          <a:xfrm>
            <a:off x="2952374" y="4909520"/>
            <a:ext cx="335249" cy="251296"/>
          </a:xfrm>
          <a:prstGeom prst="rect">
            <a:avLst/>
          </a:prstGeom>
          <a:solidFill>
            <a:srgbClr val="E67E22">
              <a:alpha val="479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TextBox 1756"/>
          <p:cNvSpPr txBox="1"/>
          <p:nvPr/>
        </p:nvSpPr>
        <p:spPr>
          <a:xfrm>
            <a:off x="2946374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3.9M</a:t>
            </a:r>
          </a:p>
        </p:txBody>
      </p:sp>
      <p:sp>
        <p:nvSpPr>
          <p:cNvPr id="1758" name="TextBox 1757"/>
          <p:cNvSpPr txBox="1"/>
          <p:nvPr/>
        </p:nvSpPr>
        <p:spPr>
          <a:xfrm>
            <a:off x="2946374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759" name="Rectangle 1758"/>
          <p:cNvSpPr/>
          <p:nvPr/>
        </p:nvSpPr>
        <p:spPr>
          <a:xfrm>
            <a:off x="3299623" y="4909520"/>
            <a:ext cx="335249" cy="251296"/>
          </a:xfrm>
          <a:prstGeom prst="rect">
            <a:avLst/>
          </a:prstGeom>
          <a:solidFill>
            <a:srgbClr val="E67E22">
              <a:alpha val="676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TextBox 1759"/>
          <p:cNvSpPr txBox="1"/>
          <p:nvPr/>
        </p:nvSpPr>
        <p:spPr>
          <a:xfrm>
            <a:off x="3293623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7.1M</a:t>
            </a:r>
          </a:p>
        </p:txBody>
      </p:sp>
      <p:sp>
        <p:nvSpPr>
          <p:cNvPr id="1761" name="TextBox 1760"/>
          <p:cNvSpPr txBox="1"/>
          <p:nvPr/>
        </p:nvSpPr>
        <p:spPr>
          <a:xfrm>
            <a:off x="3293623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762" name="Rectangle 1761"/>
          <p:cNvSpPr/>
          <p:nvPr/>
        </p:nvSpPr>
        <p:spPr>
          <a:xfrm>
            <a:off x="3646872" y="4909520"/>
            <a:ext cx="335249" cy="251296"/>
          </a:xfrm>
          <a:prstGeom prst="rect">
            <a:avLst/>
          </a:prstGeom>
          <a:solidFill>
            <a:srgbClr val="E67E22">
              <a:alpha val="455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TextBox 1762"/>
          <p:cNvSpPr txBox="1"/>
          <p:nvPr/>
        </p:nvSpPr>
        <p:spPr>
          <a:xfrm>
            <a:off x="3640872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3.4M</a:t>
            </a:r>
          </a:p>
        </p:txBody>
      </p:sp>
      <p:sp>
        <p:nvSpPr>
          <p:cNvPr id="1764" name="TextBox 1763"/>
          <p:cNvSpPr txBox="1"/>
          <p:nvPr/>
        </p:nvSpPr>
        <p:spPr>
          <a:xfrm>
            <a:off x="3640872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15件</a:t>
            </a:r>
          </a:p>
        </p:txBody>
      </p:sp>
      <p:sp>
        <p:nvSpPr>
          <p:cNvPr id="1765" name="Rectangle 1764"/>
          <p:cNvSpPr/>
          <p:nvPr/>
        </p:nvSpPr>
        <p:spPr>
          <a:xfrm>
            <a:off x="3994121" y="4909520"/>
            <a:ext cx="335249" cy="251296"/>
          </a:xfrm>
          <a:prstGeom prst="rect">
            <a:avLst/>
          </a:prstGeom>
          <a:solidFill>
            <a:srgbClr val="E67E22">
              <a:alpha val="568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TextBox 1765"/>
          <p:cNvSpPr txBox="1"/>
          <p:nvPr/>
        </p:nvSpPr>
        <p:spPr>
          <a:xfrm>
            <a:off x="3988121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5.3M</a:t>
            </a:r>
          </a:p>
        </p:txBody>
      </p:sp>
      <p:sp>
        <p:nvSpPr>
          <p:cNvPr id="1767" name="TextBox 1766"/>
          <p:cNvSpPr txBox="1"/>
          <p:nvPr/>
        </p:nvSpPr>
        <p:spPr>
          <a:xfrm>
            <a:off x="3988121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20件</a:t>
            </a:r>
          </a:p>
        </p:txBody>
      </p:sp>
      <p:sp>
        <p:nvSpPr>
          <p:cNvPr id="1768" name="Rectangle 1767"/>
          <p:cNvSpPr/>
          <p:nvPr/>
        </p:nvSpPr>
        <p:spPr>
          <a:xfrm>
            <a:off x="4341370" y="4909520"/>
            <a:ext cx="335249" cy="251296"/>
          </a:xfrm>
          <a:prstGeom prst="rect">
            <a:avLst/>
          </a:prstGeom>
          <a:solidFill>
            <a:srgbClr val="E67E22">
              <a:alpha val="411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TextBox 1768"/>
          <p:cNvSpPr txBox="1"/>
          <p:nvPr/>
        </p:nvSpPr>
        <p:spPr>
          <a:xfrm>
            <a:off x="4335370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2.7M</a:t>
            </a:r>
          </a:p>
        </p:txBody>
      </p:sp>
      <p:sp>
        <p:nvSpPr>
          <p:cNvPr id="1770" name="TextBox 1769"/>
          <p:cNvSpPr txBox="1"/>
          <p:nvPr/>
        </p:nvSpPr>
        <p:spPr>
          <a:xfrm>
            <a:off x="4335370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11件</a:t>
            </a:r>
          </a:p>
        </p:txBody>
      </p:sp>
      <p:sp>
        <p:nvSpPr>
          <p:cNvPr id="1771" name="Rectangle 1770"/>
          <p:cNvSpPr/>
          <p:nvPr/>
        </p:nvSpPr>
        <p:spPr>
          <a:xfrm>
            <a:off x="4688619" y="4909520"/>
            <a:ext cx="335249" cy="2512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TextBox 1771"/>
          <p:cNvSpPr txBox="1"/>
          <p:nvPr/>
        </p:nvSpPr>
        <p:spPr>
          <a:xfrm>
            <a:off x="4682619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12.6M</a:t>
            </a:r>
          </a:p>
        </p:txBody>
      </p:sp>
      <p:sp>
        <p:nvSpPr>
          <p:cNvPr id="1773" name="TextBox 1772"/>
          <p:cNvSpPr txBox="1"/>
          <p:nvPr/>
        </p:nvSpPr>
        <p:spPr>
          <a:xfrm>
            <a:off x="4682619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28件</a:t>
            </a:r>
          </a:p>
        </p:txBody>
      </p:sp>
      <p:sp>
        <p:nvSpPr>
          <p:cNvPr id="1774" name="Rectangle 1773"/>
          <p:cNvSpPr/>
          <p:nvPr/>
        </p:nvSpPr>
        <p:spPr>
          <a:xfrm>
            <a:off x="5035868" y="4909520"/>
            <a:ext cx="335249" cy="251296"/>
          </a:xfrm>
          <a:prstGeom prst="rect">
            <a:avLst/>
          </a:prstGeom>
          <a:solidFill>
            <a:srgbClr val="E67E22">
              <a:alpha val="4998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TextBox 1774"/>
          <p:cNvSpPr txBox="1"/>
          <p:nvPr/>
        </p:nvSpPr>
        <p:spPr>
          <a:xfrm>
            <a:off x="5029868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4.2M</a:t>
            </a:r>
          </a:p>
        </p:txBody>
      </p:sp>
      <p:sp>
        <p:nvSpPr>
          <p:cNvPr id="1776" name="TextBox 1775"/>
          <p:cNvSpPr txBox="1"/>
          <p:nvPr/>
        </p:nvSpPr>
        <p:spPr>
          <a:xfrm>
            <a:off x="5029868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15件</a:t>
            </a:r>
          </a:p>
        </p:txBody>
      </p:sp>
      <p:sp>
        <p:nvSpPr>
          <p:cNvPr id="1777" name="Rectangle 1776"/>
          <p:cNvSpPr/>
          <p:nvPr/>
        </p:nvSpPr>
        <p:spPr>
          <a:xfrm>
            <a:off x="5383117" y="4909520"/>
            <a:ext cx="335249" cy="251296"/>
          </a:xfrm>
          <a:prstGeom prst="rect">
            <a:avLst/>
          </a:prstGeom>
          <a:solidFill>
            <a:srgbClr val="E67E22">
              <a:alpha val="5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TextBox 1777"/>
          <p:cNvSpPr txBox="1"/>
          <p:nvPr/>
        </p:nvSpPr>
        <p:spPr>
          <a:xfrm>
            <a:off x="5377117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5.3M</a:t>
            </a:r>
          </a:p>
        </p:txBody>
      </p:sp>
      <p:sp>
        <p:nvSpPr>
          <p:cNvPr id="1779" name="TextBox 1778"/>
          <p:cNvSpPr txBox="1"/>
          <p:nvPr/>
        </p:nvSpPr>
        <p:spPr>
          <a:xfrm>
            <a:off x="5377117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18件</a:t>
            </a:r>
          </a:p>
        </p:txBody>
      </p:sp>
      <p:sp>
        <p:nvSpPr>
          <p:cNvPr id="1780" name="Rectangle 1779"/>
          <p:cNvSpPr/>
          <p:nvPr/>
        </p:nvSpPr>
        <p:spPr>
          <a:xfrm>
            <a:off x="5730366" y="4909520"/>
            <a:ext cx="335249" cy="251296"/>
          </a:xfrm>
          <a:prstGeom prst="rect">
            <a:avLst/>
          </a:prstGeom>
          <a:solidFill>
            <a:srgbClr val="E67E22">
              <a:alpha val="372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TextBox 1780"/>
          <p:cNvSpPr txBox="1"/>
          <p:nvPr/>
        </p:nvSpPr>
        <p:spPr>
          <a:xfrm>
            <a:off x="5724366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2.0M</a:t>
            </a:r>
          </a:p>
        </p:txBody>
      </p:sp>
      <p:sp>
        <p:nvSpPr>
          <p:cNvPr id="1782" name="TextBox 1781"/>
          <p:cNvSpPr txBox="1"/>
          <p:nvPr/>
        </p:nvSpPr>
        <p:spPr>
          <a:xfrm>
            <a:off x="5724366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12件</a:t>
            </a:r>
          </a:p>
        </p:txBody>
      </p:sp>
      <p:sp>
        <p:nvSpPr>
          <p:cNvPr id="1783" name="TextBox 1782"/>
          <p:cNvSpPr txBox="1"/>
          <p:nvPr/>
        </p:nvSpPr>
        <p:spPr>
          <a:xfrm>
            <a:off x="202880" y="5166816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784" name="Rectangle 1783"/>
          <p:cNvSpPr/>
          <p:nvPr/>
        </p:nvSpPr>
        <p:spPr>
          <a:xfrm>
            <a:off x="868880" y="5172816"/>
            <a:ext cx="335249" cy="251296"/>
          </a:xfrm>
          <a:prstGeom prst="rect">
            <a:avLst/>
          </a:prstGeom>
          <a:solidFill>
            <a:srgbClr val="1A7A3F">
              <a:alpha val="442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TextBox 1784"/>
          <p:cNvSpPr txBox="1"/>
          <p:nvPr/>
        </p:nvSpPr>
        <p:spPr>
          <a:xfrm>
            <a:off x="862880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786" name="TextBox 1785"/>
          <p:cNvSpPr txBox="1"/>
          <p:nvPr/>
        </p:nvSpPr>
        <p:spPr>
          <a:xfrm>
            <a:off x="862880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787" name="Rectangle 1786"/>
          <p:cNvSpPr/>
          <p:nvPr/>
        </p:nvSpPr>
        <p:spPr>
          <a:xfrm>
            <a:off x="1216129" y="5172816"/>
            <a:ext cx="335249" cy="2512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TextBox 1787"/>
          <p:cNvSpPr txBox="1"/>
          <p:nvPr/>
        </p:nvSpPr>
        <p:spPr>
          <a:xfrm>
            <a:off x="1210129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12.4M</a:t>
            </a:r>
          </a:p>
        </p:txBody>
      </p:sp>
      <p:sp>
        <p:nvSpPr>
          <p:cNvPr id="1789" name="TextBox 1788"/>
          <p:cNvSpPr txBox="1"/>
          <p:nvPr/>
        </p:nvSpPr>
        <p:spPr>
          <a:xfrm>
            <a:off x="1210129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25件</a:t>
            </a:r>
          </a:p>
        </p:txBody>
      </p:sp>
      <p:sp>
        <p:nvSpPr>
          <p:cNvPr id="1790" name="Rectangle 1789"/>
          <p:cNvSpPr/>
          <p:nvPr/>
        </p:nvSpPr>
        <p:spPr>
          <a:xfrm>
            <a:off x="1563378" y="5172816"/>
            <a:ext cx="335249" cy="251296"/>
          </a:xfrm>
          <a:prstGeom prst="rect">
            <a:avLst/>
          </a:prstGeom>
          <a:solidFill>
            <a:srgbClr val="1A7A3F">
              <a:alpha val="52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TextBox 1790"/>
          <p:cNvSpPr txBox="1"/>
          <p:nvPr/>
        </p:nvSpPr>
        <p:spPr>
          <a:xfrm>
            <a:off x="1557378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4.6M</a:t>
            </a:r>
          </a:p>
        </p:txBody>
      </p:sp>
      <p:sp>
        <p:nvSpPr>
          <p:cNvPr id="1792" name="TextBox 1791"/>
          <p:cNvSpPr txBox="1"/>
          <p:nvPr/>
        </p:nvSpPr>
        <p:spPr>
          <a:xfrm>
            <a:off x="1557378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12件</a:t>
            </a:r>
          </a:p>
        </p:txBody>
      </p:sp>
      <p:sp>
        <p:nvSpPr>
          <p:cNvPr id="1793" name="Rectangle 1792"/>
          <p:cNvSpPr/>
          <p:nvPr/>
        </p:nvSpPr>
        <p:spPr>
          <a:xfrm>
            <a:off x="1910627" y="5172816"/>
            <a:ext cx="335249" cy="251296"/>
          </a:xfrm>
          <a:prstGeom prst="rect">
            <a:avLst/>
          </a:prstGeom>
          <a:solidFill>
            <a:srgbClr val="1A7A3F">
              <a:alpha val="587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TextBox 1793"/>
          <p:cNvSpPr txBox="1"/>
          <p:nvPr/>
        </p:nvSpPr>
        <p:spPr>
          <a:xfrm>
            <a:off x="1904627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795" name="TextBox 1794"/>
          <p:cNvSpPr txBox="1"/>
          <p:nvPr/>
        </p:nvSpPr>
        <p:spPr>
          <a:xfrm>
            <a:off x="1904627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796" name="Rectangle 1795"/>
          <p:cNvSpPr/>
          <p:nvPr/>
        </p:nvSpPr>
        <p:spPr>
          <a:xfrm>
            <a:off x="2257876" y="5172816"/>
            <a:ext cx="335249" cy="251296"/>
          </a:xfrm>
          <a:prstGeom prst="rect">
            <a:avLst/>
          </a:prstGeom>
          <a:solidFill>
            <a:srgbClr val="1A7A3F">
              <a:alpha val="317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TextBox 1796"/>
          <p:cNvSpPr txBox="1"/>
          <p:nvPr/>
        </p:nvSpPr>
        <p:spPr>
          <a:xfrm>
            <a:off x="2251876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1.1M</a:t>
            </a:r>
          </a:p>
        </p:txBody>
      </p:sp>
      <p:sp>
        <p:nvSpPr>
          <p:cNvPr id="1798" name="TextBox 1797"/>
          <p:cNvSpPr txBox="1"/>
          <p:nvPr/>
        </p:nvSpPr>
        <p:spPr>
          <a:xfrm>
            <a:off x="2251876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799" name="Rectangle 1798"/>
          <p:cNvSpPr/>
          <p:nvPr/>
        </p:nvSpPr>
        <p:spPr>
          <a:xfrm>
            <a:off x="2605125" y="5172816"/>
            <a:ext cx="335249" cy="251296"/>
          </a:xfrm>
          <a:prstGeom prst="rect">
            <a:avLst/>
          </a:prstGeom>
          <a:solidFill>
            <a:srgbClr val="1A7A3F">
              <a:alpha val="28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TextBox 1799"/>
          <p:cNvSpPr txBox="1"/>
          <p:nvPr/>
        </p:nvSpPr>
        <p:spPr>
          <a:xfrm>
            <a:off x="2599125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0.7M</a:t>
            </a:r>
          </a:p>
        </p:txBody>
      </p:sp>
      <p:sp>
        <p:nvSpPr>
          <p:cNvPr id="1801" name="TextBox 1800"/>
          <p:cNvSpPr txBox="1"/>
          <p:nvPr/>
        </p:nvSpPr>
        <p:spPr>
          <a:xfrm>
            <a:off x="2599125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802" name="Rectangle 1801"/>
          <p:cNvSpPr/>
          <p:nvPr/>
        </p:nvSpPr>
        <p:spPr>
          <a:xfrm>
            <a:off x="2952374" y="5172816"/>
            <a:ext cx="335249" cy="251296"/>
          </a:xfrm>
          <a:prstGeom prst="rect">
            <a:avLst/>
          </a:prstGeom>
          <a:solidFill>
            <a:srgbClr val="1A7A3F">
              <a:alpha val="649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TextBox 1802"/>
          <p:cNvSpPr txBox="1"/>
          <p:nvPr/>
        </p:nvSpPr>
        <p:spPr>
          <a:xfrm>
            <a:off x="2946374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6.6M</a:t>
            </a:r>
          </a:p>
        </p:txBody>
      </p:sp>
      <p:sp>
        <p:nvSpPr>
          <p:cNvPr id="1804" name="TextBox 1803"/>
          <p:cNvSpPr txBox="1"/>
          <p:nvPr/>
        </p:nvSpPr>
        <p:spPr>
          <a:xfrm>
            <a:off x="2946374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805" name="Rectangle 1804"/>
          <p:cNvSpPr/>
          <p:nvPr/>
        </p:nvSpPr>
        <p:spPr>
          <a:xfrm>
            <a:off x="3299623" y="5172816"/>
            <a:ext cx="335249" cy="251296"/>
          </a:xfrm>
          <a:prstGeom prst="rect">
            <a:avLst/>
          </a:prstGeom>
          <a:solidFill>
            <a:srgbClr val="1A7A3F">
              <a:alpha val="398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TextBox 1805"/>
          <p:cNvSpPr txBox="1"/>
          <p:nvPr/>
        </p:nvSpPr>
        <p:spPr>
          <a:xfrm>
            <a:off x="3293623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2.5M</a:t>
            </a:r>
          </a:p>
        </p:txBody>
      </p:sp>
      <p:sp>
        <p:nvSpPr>
          <p:cNvPr id="1807" name="TextBox 1806"/>
          <p:cNvSpPr txBox="1"/>
          <p:nvPr/>
        </p:nvSpPr>
        <p:spPr>
          <a:xfrm>
            <a:off x="3293623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8件</a:t>
            </a:r>
          </a:p>
        </p:txBody>
      </p:sp>
      <p:sp>
        <p:nvSpPr>
          <p:cNvPr id="1808" name="Rectangle 1807"/>
          <p:cNvSpPr/>
          <p:nvPr/>
        </p:nvSpPr>
        <p:spPr>
          <a:xfrm>
            <a:off x="3646872" y="5172816"/>
            <a:ext cx="335249" cy="251296"/>
          </a:xfrm>
          <a:prstGeom prst="rect">
            <a:avLst/>
          </a:prstGeom>
          <a:solidFill>
            <a:srgbClr val="1A7A3F">
              <a:alpha val="385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TextBox 1808"/>
          <p:cNvSpPr txBox="1"/>
          <p:nvPr/>
        </p:nvSpPr>
        <p:spPr>
          <a:xfrm>
            <a:off x="3640872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810" name="TextBox 1809"/>
          <p:cNvSpPr txBox="1"/>
          <p:nvPr/>
        </p:nvSpPr>
        <p:spPr>
          <a:xfrm>
            <a:off x="3640872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7件</a:t>
            </a:r>
          </a:p>
        </p:txBody>
      </p:sp>
      <p:sp>
        <p:nvSpPr>
          <p:cNvPr id="1811" name="Rectangle 1810"/>
          <p:cNvSpPr/>
          <p:nvPr/>
        </p:nvSpPr>
        <p:spPr>
          <a:xfrm>
            <a:off x="3994121" y="5172816"/>
            <a:ext cx="335249" cy="251296"/>
          </a:xfrm>
          <a:prstGeom prst="rect">
            <a:avLst/>
          </a:prstGeom>
          <a:solidFill>
            <a:srgbClr val="1A7A3F">
              <a:alpha val="448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TextBox 1811"/>
          <p:cNvSpPr txBox="1"/>
          <p:nvPr/>
        </p:nvSpPr>
        <p:spPr>
          <a:xfrm>
            <a:off x="3988121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3.3M</a:t>
            </a:r>
          </a:p>
        </p:txBody>
      </p:sp>
      <p:sp>
        <p:nvSpPr>
          <p:cNvPr id="1813" name="TextBox 1812"/>
          <p:cNvSpPr txBox="1"/>
          <p:nvPr/>
        </p:nvSpPr>
        <p:spPr>
          <a:xfrm>
            <a:off x="3988121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814" name="Rectangle 1813"/>
          <p:cNvSpPr/>
          <p:nvPr/>
        </p:nvSpPr>
        <p:spPr>
          <a:xfrm>
            <a:off x="4341370" y="5172816"/>
            <a:ext cx="335249" cy="251296"/>
          </a:xfrm>
          <a:prstGeom prst="rect">
            <a:avLst/>
          </a:prstGeom>
          <a:solidFill>
            <a:srgbClr val="1A7A3F">
              <a:alpha val="44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TextBox 1814"/>
          <p:cNvSpPr txBox="1"/>
          <p:nvPr/>
        </p:nvSpPr>
        <p:spPr>
          <a:xfrm>
            <a:off x="4335370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3.3M</a:t>
            </a:r>
          </a:p>
        </p:txBody>
      </p:sp>
      <p:sp>
        <p:nvSpPr>
          <p:cNvPr id="1816" name="TextBox 1815"/>
          <p:cNvSpPr txBox="1"/>
          <p:nvPr/>
        </p:nvSpPr>
        <p:spPr>
          <a:xfrm>
            <a:off x="4335370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817" name="Rectangle 1816"/>
          <p:cNvSpPr/>
          <p:nvPr/>
        </p:nvSpPr>
        <p:spPr>
          <a:xfrm>
            <a:off x="4688619" y="5172816"/>
            <a:ext cx="335249" cy="251296"/>
          </a:xfrm>
          <a:prstGeom prst="rect">
            <a:avLst/>
          </a:prstGeom>
          <a:solidFill>
            <a:srgbClr val="1A7A3F">
              <a:alpha val="440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TextBox 1817"/>
          <p:cNvSpPr txBox="1"/>
          <p:nvPr/>
        </p:nvSpPr>
        <p:spPr>
          <a:xfrm>
            <a:off x="4682619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819" name="TextBox 1818"/>
          <p:cNvSpPr txBox="1"/>
          <p:nvPr/>
        </p:nvSpPr>
        <p:spPr>
          <a:xfrm>
            <a:off x="4682619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9件</a:t>
            </a:r>
          </a:p>
        </p:txBody>
      </p:sp>
      <p:sp>
        <p:nvSpPr>
          <p:cNvPr id="1820" name="Rectangle 1819"/>
          <p:cNvSpPr/>
          <p:nvPr/>
        </p:nvSpPr>
        <p:spPr>
          <a:xfrm>
            <a:off x="5035868" y="5172816"/>
            <a:ext cx="335249" cy="251296"/>
          </a:xfrm>
          <a:prstGeom prst="rect">
            <a:avLst/>
          </a:prstGeom>
          <a:solidFill>
            <a:srgbClr val="1A7A3F">
              <a:alpha val="595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TextBox 1820"/>
          <p:cNvSpPr txBox="1"/>
          <p:nvPr/>
        </p:nvSpPr>
        <p:spPr>
          <a:xfrm>
            <a:off x="5029868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5.7M</a:t>
            </a:r>
          </a:p>
        </p:txBody>
      </p:sp>
      <p:sp>
        <p:nvSpPr>
          <p:cNvPr id="1822" name="TextBox 1821"/>
          <p:cNvSpPr txBox="1"/>
          <p:nvPr/>
        </p:nvSpPr>
        <p:spPr>
          <a:xfrm>
            <a:off x="5029868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823" name="Rectangle 1822"/>
          <p:cNvSpPr/>
          <p:nvPr/>
        </p:nvSpPr>
        <p:spPr>
          <a:xfrm>
            <a:off x="5383117" y="5172816"/>
            <a:ext cx="335249" cy="251296"/>
          </a:xfrm>
          <a:prstGeom prst="rect">
            <a:avLst/>
          </a:prstGeom>
          <a:solidFill>
            <a:srgbClr val="1A7A3F">
              <a:alpha val="847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TextBox 1823"/>
          <p:cNvSpPr txBox="1"/>
          <p:nvPr/>
        </p:nvSpPr>
        <p:spPr>
          <a:xfrm>
            <a:off x="5377117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9.9M</a:t>
            </a:r>
          </a:p>
        </p:txBody>
      </p:sp>
      <p:sp>
        <p:nvSpPr>
          <p:cNvPr id="1825" name="TextBox 1824"/>
          <p:cNvSpPr txBox="1"/>
          <p:nvPr/>
        </p:nvSpPr>
        <p:spPr>
          <a:xfrm>
            <a:off x="5377117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22件</a:t>
            </a:r>
          </a:p>
        </p:txBody>
      </p:sp>
      <p:sp>
        <p:nvSpPr>
          <p:cNvPr id="1826" name="Rectangle 1825"/>
          <p:cNvSpPr/>
          <p:nvPr/>
        </p:nvSpPr>
        <p:spPr>
          <a:xfrm>
            <a:off x="5730366" y="5172816"/>
            <a:ext cx="335249" cy="251296"/>
          </a:xfrm>
          <a:prstGeom prst="rect">
            <a:avLst/>
          </a:prstGeom>
          <a:solidFill>
            <a:srgbClr val="1A7A3F">
              <a:alpha val="498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TextBox 1826"/>
          <p:cNvSpPr txBox="1"/>
          <p:nvPr/>
        </p:nvSpPr>
        <p:spPr>
          <a:xfrm>
            <a:off x="5724366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4.1M</a:t>
            </a:r>
          </a:p>
        </p:txBody>
      </p:sp>
      <p:sp>
        <p:nvSpPr>
          <p:cNvPr id="1828" name="TextBox 1827"/>
          <p:cNvSpPr txBox="1"/>
          <p:nvPr/>
        </p:nvSpPr>
        <p:spPr>
          <a:xfrm>
            <a:off x="5724366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829" name="TextBox 1828"/>
          <p:cNvSpPr txBox="1"/>
          <p:nvPr/>
        </p:nvSpPr>
        <p:spPr>
          <a:xfrm>
            <a:off x="202880" y="5430112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830" name="Rectangle 1829"/>
          <p:cNvSpPr/>
          <p:nvPr/>
        </p:nvSpPr>
        <p:spPr>
          <a:xfrm>
            <a:off x="1216129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TextBox 1830"/>
          <p:cNvSpPr txBox="1"/>
          <p:nvPr/>
        </p:nvSpPr>
        <p:spPr>
          <a:xfrm>
            <a:off x="1210129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832" name="TextBox 1831"/>
          <p:cNvSpPr txBox="1"/>
          <p:nvPr/>
        </p:nvSpPr>
        <p:spPr>
          <a:xfrm>
            <a:off x="1210129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833" name="Rectangle 1832"/>
          <p:cNvSpPr/>
          <p:nvPr/>
        </p:nvSpPr>
        <p:spPr>
          <a:xfrm>
            <a:off x="1563378" y="5436112"/>
            <a:ext cx="335249" cy="2512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TextBox 1833"/>
          <p:cNvSpPr txBox="1"/>
          <p:nvPr/>
        </p:nvSpPr>
        <p:spPr>
          <a:xfrm>
            <a:off x="1557378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1835" name="TextBox 1834"/>
          <p:cNvSpPr txBox="1"/>
          <p:nvPr/>
        </p:nvSpPr>
        <p:spPr>
          <a:xfrm>
            <a:off x="1557378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836" name="Rectangle 1835"/>
          <p:cNvSpPr/>
          <p:nvPr/>
        </p:nvSpPr>
        <p:spPr>
          <a:xfrm>
            <a:off x="2257876" y="5436112"/>
            <a:ext cx="335249" cy="251296"/>
          </a:xfrm>
          <a:prstGeom prst="rect">
            <a:avLst/>
          </a:prstGeom>
          <a:solidFill>
            <a:srgbClr val="94A3B8">
              <a:alpha val="25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TextBox 1836"/>
          <p:cNvSpPr txBox="1"/>
          <p:nvPr/>
        </p:nvSpPr>
        <p:spPr>
          <a:xfrm>
            <a:off x="2251876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838" name="TextBox 1837"/>
          <p:cNvSpPr txBox="1"/>
          <p:nvPr/>
        </p:nvSpPr>
        <p:spPr>
          <a:xfrm>
            <a:off x="2251876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839" name="Rectangle 1838"/>
          <p:cNvSpPr/>
          <p:nvPr/>
        </p:nvSpPr>
        <p:spPr>
          <a:xfrm>
            <a:off x="2605125" y="5436112"/>
            <a:ext cx="335249" cy="251296"/>
          </a:xfrm>
          <a:prstGeom prst="rect">
            <a:avLst/>
          </a:prstGeom>
          <a:solidFill>
            <a:srgbClr val="94A3B8">
              <a:alpha val="587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TextBox 1839"/>
          <p:cNvSpPr txBox="1"/>
          <p:nvPr/>
        </p:nvSpPr>
        <p:spPr>
          <a:xfrm>
            <a:off x="2599125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0.5M</a:t>
            </a:r>
          </a:p>
        </p:txBody>
      </p:sp>
      <p:sp>
        <p:nvSpPr>
          <p:cNvPr id="1841" name="TextBox 1840"/>
          <p:cNvSpPr txBox="1"/>
          <p:nvPr/>
        </p:nvSpPr>
        <p:spPr>
          <a:xfrm>
            <a:off x="2599125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842" name="Rectangle 1841"/>
          <p:cNvSpPr/>
          <p:nvPr/>
        </p:nvSpPr>
        <p:spPr>
          <a:xfrm>
            <a:off x="3299623" y="5436112"/>
            <a:ext cx="335249" cy="251296"/>
          </a:xfrm>
          <a:prstGeom prst="rect">
            <a:avLst/>
          </a:prstGeom>
          <a:solidFill>
            <a:srgbClr val="94A3B8">
              <a:alpha val="259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TextBox 1842"/>
          <p:cNvSpPr txBox="1"/>
          <p:nvPr/>
        </p:nvSpPr>
        <p:spPr>
          <a:xfrm>
            <a:off x="3293623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844" name="TextBox 1843"/>
          <p:cNvSpPr txBox="1"/>
          <p:nvPr/>
        </p:nvSpPr>
        <p:spPr>
          <a:xfrm>
            <a:off x="3293623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845" name="Rectangle 1844"/>
          <p:cNvSpPr/>
          <p:nvPr/>
        </p:nvSpPr>
        <p:spPr>
          <a:xfrm>
            <a:off x="5035868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TextBox 1845"/>
          <p:cNvSpPr txBox="1"/>
          <p:nvPr/>
        </p:nvSpPr>
        <p:spPr>
          <a:xfrm>
            <a:off x="5029868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847" name="TextBox 1846"/>
          <p:cNvSpPr txBox="1"/>
          <p:nvPr/>
        </p:nvSpPr>
        <p:spPr>
          <a:xfrm>
            <a:off x="5029868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848" name="Rectangle 1847"/>
          <p:cNvSpPr/>
          <p:nvPr/>
        </p:nvSpPr>
        <p:spPr>
          <a:xfrm>
            <a:off x="5730366" y="5436112"/>
            <a:ext cx="335249" cy="251296"/>
          </a:xfrm>
          <a:prstGeom prst="rect">
            <a:avLst/>
          </a:prstGeom>
          <a:solidFill>
            <a:srgbClr val="94A3B8">
              <a:alpha val="402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TextBox 1848"/>
          <p:cNvSpPr txBox="1"/>
          <p:nvPr/>
        </p:nvSpPr>
        <p:spPr>
          <a:xfrm>
            <a:off x="5724366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0.2M</a:t>
            </a:r>
          </a:p>
        </p:txBody>
      </p:sp>
      <p:sp>
        <p:nvSpPr>
          <p:cNvPr id="1850" name="TextBox 1849"/>
          <p:cNvSpPr txBox="1"/>
          <p:nvPr/>
        </p:nvSpPr>
        <p:spPr>
          <a:xfrm>
            <a:off x="5724366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851" name="TextBox 1850"/>
          <p:cNvSpPr txBox="1"/>
          <p:nvPr/>
        </p:nvSpPr>
        <p:spPr>
          <a:xfrm>
            <a:off x="202880" y="5693408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852" name="Rectangle 1851"/>
          <p:cNvSpPr/>
          <p:nvPr/>
        </p:nvSpPr>
        <p:spPr>
          <a:xfrm>
            <a:off x="2605125" y="5699408"/>
            <a:ext cx="335249" cy="2512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TextBox 1852"/>
          <p:cNvSpPr txBox="1"/>
          <p:nvPr/>
        </p:nvSpPr>
        <p:spPr>
          <a:xfrm>
            <a:off x="2599125" y="57014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854" name="TextBox 1853"/>
          <p:cNvSpPr txBox="1"/>
          <p:nvPr/>
        </p:nvSpPr>
        <p:spPr>
          <a:xfrm>
            <a:off x="2599125" y="58317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855" name="Rectangle 1854"/>
          <p:cNvSpPr/>
          <p:nvPr/>
        </p:nvSpPr>
        <p:spPr>
          <a:xfrm>
            <a:off x="2952374" y="5699408"/>
            <a:ext cx="335249" cy="2512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TextBox 1855"/>
          <p:cNvSpPr txBox="1"/>
          <p:nvPr/>
        </p:nvSpPr>
        <p:spPr>
          <a:xfrm>
            <a:off x="2946374" y="57014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857" name="TextBox 1856"/>
          <p:cNvSpPr txBox="1"/>
          <p:nvPr/>
        </p:nvSpPr>
        <p:spPr>
          <a:xfrm>
            <a:off x="2946374" y="58317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858" name="Rectangle 1857"/>
          <p:cNvSpPr/>
          <p:nvPr/>
        </p:nvSpPr>
        <p:spPr>
          <a:xfrm>
            <a:off x="3299623" y="5699408"/>
            <a:ext cx="335249" cy="251296"/>
          </a:xfrm>
          <a:prstGeom prst="rect">
            <a:avLst/>
          </a:prstGeom>
          <a:solidFill>
            <a:srgbClr val="8E44AD">
              <a:alpha val="589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TextBox 1858"/>
          <p:cNvSpPr txBox="1"/>
          <p:nvPr/>
        </p:nvSpPr>
        <p:spPr>
          <a:xfrm>
            <a:off x="3293623" y="57014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1.8M</a:t>
            </a:r>
          </a:p>
        </p:txBody>
      </p:sp>
      <p:sp>
        <p:nvSpPr>
          <p:cNvPr id="1860" name="TextBox 1859"/>
          <p:cNvSpPr txBox="1"/>
          <p:nvPr/>
        </p:nvSpPr>
        <p:spPr>
          <a:xfrm>
            <a:off x="3293623" y="58317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861" name="TextBox 1860"/>
          <p:cNvSpPr txBox="1"/>
          <p:nvPr/>
        </p:nvSpPr>
        <p:spPr>
          <a:xfrm>
            <a:off x="202880" y="5956704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862" name="Rectangle 1861"/>
          <p:cNvSpPr/>
          <p:nvPr/>
        </p:nvSpPr>
        <p:spPr>
          <a:xfrm>
            <a:off x="86888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TextBox 1862"/>
          <p:cNvSpPr txBox="1"/>
          <p:nvPr/>
        </p:nvSpPr>
        <p:spPr>
          <a:xfrm>
            <a:off x="862880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12.4M</a:t>
            </a:r>
          </a:p>
        </p:txBody>
      </p:sp>
      <p:sp>
        <p:nvSpPr>
          <p:cNvPr id="1864" name="TextBox 1863"/>
          <p:cNvSpPr txBox="1"/>
          <p:nvPr/>
        </p:nvSpPr>
        <p:spPr>
          <a:xfrm>
            <a:off x="862880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24件</a:t>
            </a:r>
          </a:p>
        </p:txBody>
      </p:sp>
      <p:sp>
        <p:nvSpPr>
          <p:cNvPr id="1865" name="Rectangle 1864"/>
          <p:cNvSpPr/>
          <p:nvPr/>
        </p:nvSpPr>
        <p:spPr>
          <a:xfrm>
            <a:off x="121612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TextBox 1865"/>
          <p:cNvSpPr txBox="1"/>
          <p:nvPr/>
        </p:nvSpPr>
        <p:spPr>
          <a:xfrm>
            <a:off x="1210129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24.3M</a:t>
            </a:r>
          </a:p>
        </p:txBody>
      </p:sp>
      <p:sp>
        <p:nvSpPr>
          <p:cNvPr id="1867" name="TextBox 1866"/>
          <p:cNvSpPr txBox="1"/>
          <p:nvPr/>
        </p:nvSpPr>
        <p:spPr>
          <a:xfrm>
            <a:off x="1210129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59件</a:t>
            </a:r>
          </a:p>
        </p:txBody>
      </p:sp>
      <p:sp>
        <p:nvSpPr>
          <p:cNvPr id="1868" name="Rectangle 1867"/>
          <p:cNvSpPr/>
          <p:nvPr/>
        </p:nvSpPr>
        <p:spPr>
          <a:xfrm>
            <a:off x="156337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TextBox 1868"/>
          <p:cNvSpPr txBox="1"/>
          <p:nvPr/>
        </p:nvSpPr>
        <p:spPr>
          <a:xfrm>
            <a:off x="1557378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24.6M</a:t>
            </a:r>
          </a:p>
        </p:txBody>
      </p:sp>
      <p:sp>
        <p:nvSpPr>
          <p:cNvPr id="1870" name="TextBox 1869"/>
          <p:cNvSpPr txBox="1"/>
          <p:nvPr/>
        </p:nvSpPr>
        <p:spPr>
          <a:xfrm>
            <a:off x="1557378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45件</a:t>
            </a:r>
          </a:p>
        </p:txBody>
      </p:sp>
      <p:sp>
        <p:nvSpPr>
          <p:cNvPr id="1871" name="Rectangle 1870"/>
          <p:cNvSpPr/>
          <p:nvPr/>
        </p:nvSpPr>
        <p:spPr>
          <a:xfrm>
            <a:off x="191062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TextBox 1871"/>
          <p:cNvSpPr txBox="1"/>
          <p:nvPr/>
        </p:nvSpPr>
        <p:spPr>
          <a:xfrm>
            <a:off x="1904627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23.5M</a:t>
            </a:r>
          </a:p>
        </p:txBody>
      </p:sp>
      <p:sp>
        <p:nvSpPr>
          <p:cNvPr id="1873" name="TextBox 1872"/>
          <p:cNvSpPr txBox="1"/>
          <p:nvPr/>
        </p:nvSpPr>
        <p:spPr>
          <a:xfrm>
            <a:off x="1904627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44件</a:t>
            </a:r>
          </a:p>
        </p:txBody>
      </p:sp>
      <p:sp>
        <p:nvSpPr>
          <p:cNvPr id="1874" name="Rectangle 1873"/>
          <p:cNvSpPr/>
          <p:nvPr/>
        </p:nvSpPr>
        <p:spPr>
          <a:xfrm>
            <a:off x="225787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TextBox 1874"/>
          <p:cNvSpPr txBox="1"/>
          <p:nvPr/>
        </p:nvSpPr>
        <p:spPr>
          <a:xfrm>
            <a:off x="2251876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8.4M</a:t>
            </a:r>
          </a:p>
        </p:txBody>
      </p:sp>
      <p:sp>
        <p:nvSpPr>
          <p:cNvPr id="1876" name="TextBox 1875"/>
          <p:cNvSpPr txBox="1"/>
          <p:nvPr/>
        </p:nvSpPr>
        <p:spPr>
          <a:xfrm>
            <a:off x="2251876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31件</a:t>
            </a:r>
          </a:p>
        </p:txBody>
      </p:sp>
      <p:sp>
        <p:nvSpPr>
          <p:cNvPr id="1877" name="Rectangle 1876"/>
          <p:cNvSpPr/>
          <p:nvPr/>
        </p:nvSpPr>
        <p:spPr>
          <a:xfrm>
            <a:off x="2605125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TextBox 1877"/>
          <p:cNvSpPr txBox="1"/>
          <p:nvPr/>
        </p:nvSpPr>
        <p:spPr>
          <a:xfrm>
            <a:off x="2599125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15.9M</a:t>
            </a:r>
          </a:p>
        </p:txBody>
      </p:sp>
      <p:sp>
        <p:nvSpPr>
          <p:cNvPr id="1879" name="TextBox 1878"/>
          <p:cNvSpPr txBox="1"/>
          <p:nvPr/>
        </p:nvSpPr>
        <p:spPr>
          <a:xfrm>
            <a:off x="2599125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42件</a:t>
            </a:r>
          </a:p>
        </p:txBody>
      </p:sp>
      <p:sp>
        <p:nvSpPr>
          <p:cNvPr id="1880" name="Rectangle 1879"/>
          <p:cNvSpPr/>
          <p:nvPr/>
        </p:nvSpPr>
        <p:spPr>
          <a:xfrm>
            <a:off x="2952374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TextBox 1880"/>
          <p:cNvSpPr txBox="1"/>
          <p:nvPr/>
        </p:nvSpPr>
        <p:spPr>
          <a:xfrm>
            <a:off x="2946374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20.4M</a:t>
            </a:r>
          </a:p>
        </p:txBody>
      </p:sp>
      <p:sp>
        <p:nvSpPr>
          <p:cNvPr id="1882" name="TextBox 1881"/>
          <p:cNvSpPr txBox="1"/>
          <p:nvPr/>
        </p:nvSpPr>
        <p:spPr>
          <a:xfrm>
            <a:off x="2946374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46件</a:t>
            </a:r>
          </a:p>
        </p:txBody>
      </p:sp>
      <p:sp>
        <p:nvSpPr>
          <p:cNvPr id="1883" name="Rectangle 1882"/>
          <p:cNvSpPr/>
          <p:nvPr/>
        </p:nvSpPr>
        <p:spPr>
          <a:xfrm>
            <a:off x="3299623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TextBox 1883"/>
          <p:cNvSpPr txBox="1"/>
          <p:nvPr/>
        </p:nvSpPr>
        <p:spPr>
          <a:xfrm>
            <a:off x="3293623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28.1M</a:t>
            </a:r>
          </a:p>
        </p:txBody>
      </p:sp>
      <p:sp>
        <p:nvSpPr>
          <p:cNvPr id="1885" name="TextBox 1884"/>
          <p:cNvSpPr txBox="1"/>
          <p:nvPr/>
        </p:nvSpPr>
        <p:spPr>
          <a:xfrm>
            <a:off x="3293623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886" name="Rectangle 1885"/>
          <p:cNvSpPr/>
          <p:nvPr/>
        </p:nvSpPr>
        <p:spPr>
          <a:xfrm>
            <a:off x="3646872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TextBox 1886"/>
          <p:cNvSpPr txBox="1"/>
          <p:nvPr/>
        </p:nvSpPr>
        <p:spPr>
          <a:xfrm>
            <a:off x="3640872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12.5M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3640872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31件</a:t>
            </a:r>
          </a:p>
        </p:txBody>
      </p:sp>
      <p:sp>
        <p:nvSpPr>
          <p:cNvPr id="1889" name="Rectangle 1888"/>
          <p:cNvSpPr/>
          <p:nvPr/>
        </p:nvSpPr>
        <p:spPr>
          <a:xfrm>
            <a:off x="3994121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TextBox 1889"/>
          <p:cNvSpPr txBox="1"/>
          <p:nvPr/>
        </p:nvSpPr>
        <p:spPr>
          <a:xfrm>
            <a:off x="3988121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12.0M</a:t>
            </a:r>
          </a:p>
        </p:txBody>
      </p:sp>
      <p:sp>
        <p:nvSpPr>
          <p:cNvPr id="1891" name="TextBox 1890"/>
          <p:cNvSpPr txBox="1"/>
          <p:nvPr/>
        </p:nvSpPr>
        <p:spPr>
          <a:xfrm>
            <a:off x="3988121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45件</a:t>
            </a:r>
          </a:p>
        </p:txBody>
      </p:sp>
      <p:sp>
        <p:nvSpPr>
          <p:cNvPr id="1892" name="Rectangle 1891"/>
          <p:cNvSpPr/>
          <p:nvPr/>
        </p:nvSpPr>
        <p:spPr>
          <a:xfrm>
            <a:off x="434137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TextBox 1892"/>
          <p:cNvSpPr txBox="1"/>
          <p:nvPr/>
        </p:nvSpPr>
        <p:spPr>
          <a:xfrm>
            <a:off x="4335370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15.4M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4335370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31件</a:t>
            </a:r>
          </a:p>
        </p:txBody>
      </p:sp>
      <p:sp>
        <p:nvSpPr>
          <p:cNvPr id="1895" name="Rectangle 1894"/>
          <p:cNvSpPr/>
          <p:nvPr/>
        </p:nvSpPr>
        <p:spPr>
          <a:xfrm>
            <a:off x="468861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TextBox 1895"/>
          <p:cNvSpPr txBox="1"/>
          <p:nvPr/>
        </p:nvSpPr>
        <p:spPr>
          <a:xfrm>
            <a:off x="4682619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19.3M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4682619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50件</a:t>
            </a:r>
          </a:p>
        </p:txBody>
      </p:sp>
      <p:sp>
        <p:nvSpPr>
          <p:cNvPr id="1898" name="Rectangle 1897"/>
          <p:cNvSpPr/>
          <p:nvPr/>
        </p:nvSpPr>
        <p:spPr>
          <a:xfrm>
            <a:off x="503586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TextBox 1898"/>
          <p:cNvSpPr txBox="1"/>
          <p:nvPr/>
        </p:nvSpPr>
        <p:spPr>
          <a:xfrm>
            <a:off x="5029868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11.2M</a:t>
            </a:r>
          </a:p>
        </p:txBody>
      </p:sp>
      <p:sp>
        <p:nvSpPr>
          <p:cNvPr id="1900" name="TextBox 1899"/>
          <p:cNvSpPr txBox="1"/>
          <p:nvPr/>
        </p:nvSpPr>
        <p:spPr>
          <a:xfrm>
            <a:off x="5029868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41件</a:t>
            </a:r>
          </a:p>
        </p:txBody>
      </p:sp>
      <p:sp>
        <p:nvSpPr>
          <p:cNvPr id="1901" name="Rectangle 1900"/>
          <p:cNvSpPr/>
          <p:nvPr/>
        </p:nvSpPr>
        <p:spPr>
          <a:xfrm>
            <a:off x="538311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TextBox 1901"/>
          <p:cNvSpPr txBox="1"/>
          <p:nvPr/>
        </p:nvSpPr>
        <p:spPr>
          <a:xfrm>
            <a:off x="5377117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17.6M</a:t>
            </a:r>
          </a:p>
        </p:txBody>
      </p:sp>
      <p:sp>
        <p:nvSpPr>
          <p:cNvPr id="1903" name="TextBox 1902"/>
          <p:cNvSpPr txBox="1"/>
          <p:nvPr/>
        </p:nvSpPr>
        <p:spPr>
          <a:xfrm>
            <a:off x="5377117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49件</a:t>
            </a:r>
          </a:p>
        </p:txBody>
      </p:sp>
      <p:sp>
        <p:nvSpPr>
          <p:cNvPr id="1904" name="Rectangle 1903"/>
          <p:cNvSpPr/>
          <p:nvPr/>
        </p:nvSpPr>
        <p:spPr>
          <a:xfrm>
            <a:off x="573036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TextBox 1904"/>
          <p:cNvSpPr txBox="1"/>
          <p:nvPr/>
        </p:nvSpPr>
        <p:spPr>
          <a:xfrm>
            <a:off x="5724366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6.9M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5724366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29件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姜通 + 战略合作合计贡献批核 APE 74.5%，但模式迥异：姜通件均 APE≈36万 为「大单驱动型」；战略合作 119件 为「流量驱动型」。头部集中度高，需差异化管理策略。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Mark批核率 100%（批核 13.3M，未批核 0.0M），件质量最高。姜通未批核量最大（37.3M），批核率 76%，需优先排查件质量问题。头部推荐人质量差异显著，需差异化对接策略。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53.2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29.6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70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42.70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8.93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1.74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53.37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39.39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5.77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1.87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34.91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4.54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0.96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40.40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1.01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27.18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2.38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3.02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28.94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19.38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23.97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52.58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18.86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20.42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1.27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9.62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8.16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4.25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13.19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4.27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2.04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6.31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1.60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1.15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212.18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576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52.97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139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14.70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36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279.84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751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16.73M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43件| 件均38.9W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10.55M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29件| 件均36.4W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6.17M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23件| 件均26.8W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W28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0.94M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1.86M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1.63M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2.00M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2.69M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1.19M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1.97M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1.04M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796B"/>
                          </a:solidFill>
                        </a:rPr>
                        <a:t>1.14M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1.37M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EGA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850" b="1" dirty="0">
                          <a:solidFill>
                            <a:srgbClr val="1A1A2E"/>
                          </a:solidFill>
                        </a:rPr>
                        <a:t>德方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850" dirty="0">
                          <a:solidFill>
                            <a:schemeClr val="bg1"/>
                          </a:solidFill>
                        </a:rPr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16.73M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10.55M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10.05M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W28 同行批核 6.17M，签单 10.55M，预约 16.73M。签单前端尚在蓄力，预约 16.7M 为节后水平，需密切跟踪后续周次是否回升。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W01–W28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33.43M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95件 | 件均35.2W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22.86M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72件 | 件均31.8W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85件 | 件均34.2W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197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18.13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24.64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45.59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49.21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19.56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3.51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47.89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60.09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58.81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38.22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33.43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22.86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Aug-26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236.72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668</a:t>
                      </a: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223.70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639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240.22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588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3 月同行预约 4020 万，环比 +90.9%，前端显著回暖。3 月签单 4343 万，预约-签单缺口反映大量前端件仍处「待结」状态，需密切跟进 4 月转化节奏。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196件 | 达成率113.8%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28.6M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 |件均77.4W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18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2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3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5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26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27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28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29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30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1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1" name="Shape 19"/>
          <p:cNvSpPr/>
          <p:nvPr>
            <p:custDataLst>
              <p:tags r:id="rId41"/>
            </p:custDataLst>
          </p:nvPr>
        </p:nvSpPr>
        <p:spPr>
          <a:xfrm>
            <a:off x="11176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42"/>
            </p:custDataLst>
          </p:nvPr>
        </p:nvSpPr>
        <p:spPr>
          <a:xfrm>
            <a:off x="111760" y="1400000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43"/>
            </p:custDataLst>
          </p:nvPr>
        </p:nvSpPr>
        <p:spPr>
          <a:xfrm>
            <a:off x="2209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BK W28预约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44"/>
            </p:custDataLst>
          </p:nvPr>
        </p:nvSpPr>
        <p:spPr>
          <a:xfrm>
            <a:off x="2209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2.73M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45"/>
            </p:custDataLst>
          </p:nvPr>
        </p:nvSpPr>
        <p:spPr>
          <a:xfrm>
            <a:off x="2209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4件| 件均68.2W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46"/>
            </p:custDataLst>
          </p:nvPr>
        </p:nvSpPr>
        <p:spPr>
          <a:xfrm>
            <a:off x="2155825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47"/>
            </p:custDataLst>
          </p:nvPr>
        </p:nvSpPr>
        <p:spPr>
          <a:xfrm>
            <a:off x="2155825" y="1400000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48"/>
            </p:custDataLst>
          </p:nvPr>
        </p:nvSpPr>
        <p:spPr>
          <a:xfrm>
            <a:off x="22656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W28签单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49"/>
            </p:custDataLst>
          </p:nvPr>
        </p:nvSpPr>
        <p:spPr>
          <a:xfrm>
            <a:off x="22656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4.29M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50"/>
            </p:custDataLst>
          </p:nvPr>
        </p:nvSpPr>
        <p:spPr>
          <a:xfrm>
            <a:off x="22656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7件| 件均61.3W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51"/>
            </p:custDataLst>
          </p:nvPr>
        </p:nvSpPr>
        <p:spPr>
          <a:xfrm>
            <a:off x="422021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52"/>
            </p:custDataLst>
          </p:nvPr>
        </p:nvSpPr>
        <p:spPr>
          <a:xfrm>
            <a:off x="4220210" y="1400000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53"/>
            </p:custDataLst>
          </p:nvPr>
        </p:nvSpPr>
        <p:spPr>
          <a:xfrm>
            <a:off x="4330065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W28批核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54"/>
            </p:custDataLst>
          </p:nvPr>
        </p:nvSpPr>
        <p:spPr>
          <a:xfrm>
            <a:off x="4330065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55"/>
            </p:custDataLst>
          </p:nvPr>
        </p:nvSpPr>
        <p:spPr>
          <a:xfrm>
            <a:off x="4330065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件均0.0W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5" name="Shape 40"/>
          <p:cNvSpPr/>
          <p:nvPr/>
        </p:nvSpPr>
        <p:spPr>
          <a:xfrm>
            <a:off x="57150" y="2328890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133350" y="2320000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W28 银行 KA 本周业绩详情（M）</a:t>
            </a:r>
            <a:endParaRPr lang="en-US" sz="9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custDataLst>
              <p:tags r:id="rId56"/>
            </p:custDataLst>
          </p:nvPr>
        </p:nvGraphicFramePr>
        <p:xfrm>
          <a:off x="59055" y="2621625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  <a:sym typeface="+mn-ea"/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sym typeface="+mn-ea"/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200000" y="1400000"/>
            <a:ext cx="5900000" cy="35000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0000" y="5050000"/>
            <a:ext cx="1200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代理人业务分析仪表盘  Agent Business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0000"/>
            <a:ext cx="76200" cy="76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71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代理人业务批核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71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4F72"/>
                </a:solidFill>
              </a:rPr>
              <a:t>72.2M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71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225件 | 件均32.1W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14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6145" y="430000"/>
            <a:ext cx="76200" cy="7620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598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代理人业务未批核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598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7A65"/>
                </a:solidFill>
              </a:rPr>
              <a:t>15.4M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598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31件 | 件均49.8W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941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410" y="430000"/>
            <a:ext cx="76200" cy="762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24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代理人业务待签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24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96B"/>
                </a:solidFill>
              </a:rPr>
              <a:t>0.39M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24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4件 | 件均9.8W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267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2675" y="430000"/>
            <a:ext cx="76200" cy="762000"/>
          </a:xfrm>
          <a:prstGeom prst="rect">
            <a:avLst/>
          </a:prstGeom>
          <a:solidFill>
            <a:srgbClr val="9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51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代理人7月预约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51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B2335"/>
                </a:solidFill>
              </a:rPr>
              <a:t>6.57M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51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11件 | 件均59.8W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594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5940" y="430000"/>
            <a:ext cx="76200" cy="762000"/>
          </a:xfrm>
          <a:prstGeom prst="rect">
            <a:avLst/>
          </a:prstGeom>
          <a:solidFill>
            <a:srgbClr val="6B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577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代理人7月签单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577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B2737"/>
                </a:solidFill>
              </a:rPr>
              <a:t>6.81M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577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9件 | 件均75.6W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20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49205" y="430000"/>
            <a:ext cx="76200" cy="76200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5904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代理人7月批核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04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483"/>
                </a:solidFill>
              </a:rPr>
              <a:t>1.88M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04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12件 | 件均15.7W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1272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" y="1272000"/>
            <a:ext cx="76200" cy="76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715" y="1326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 W28预约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715" y="1500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4F72"/>
                </a:solidFill>
              </a:rPr>
              <a:t>0.86M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715" y="1811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2176145" y="1272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6145" y="1272000"/>
            <a:ext cx="76200" cy="7620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5980" y="1326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 W28签单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5980" y="1500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7A65"/>
                </a:solidFill>
              </a:rPr>
              <a:t>6.18M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5980" y="1811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4169410" y="1272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69410" y="1272000"/>
            <a:ext cx="76200" cy="762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9245" y="1326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 W28批核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245" y="1500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96B"/>
                </a:solidFill>
              </a:rPr>
              <a:t>0.51M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79245" y="1811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00000" y="2154000"/>
            <a:ext cx="6000000" cy="27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0000" y="218400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天领业务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00000" y="2424000"/>
          <a:ext cx="5999997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4615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天领重庆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2828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天领深圳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1500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156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1656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天领成都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宁波贴牌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694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广西贴牌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武汉贴牌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199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88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287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合肥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苏州贴牌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厦门贴牌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台州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长沙贴牌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20">
                <a:tc>
                  <a:txBody>
                    <a:bodyPr wrap="square"/>
                    <a:lstStyle/>
                    <a:p>
                      <a:pPr algn="l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6445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191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1451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7936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223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00000" y="5984000"/>
            <a:ext cx="6000000" cy="27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0000" y="601400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成事家办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00000" y="6254000"/>
          <a:ext cx="5999997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8571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刘微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杨璐熙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225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225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杨帆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杨洪美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丁洁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4">
                <a:tc>
                  <a:txBody>
                    <a:bodyPr wrap="square"/>
                    <a:lstStyle/>
                    <a:p>
                      <a:pPr algn="l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772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866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000" y="1272000"/>
            <a:ext cx="5832000" cy="300000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280000" y="4352000"/>
            <a:ext cx="5832000" cy="30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0000" y="4382000"/>
            <a:ext cx="5732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W28 本周快报 | 代理人业务（天领+成事家办）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6280000" y="4662000"/>
          <a:ext cx="5832000" cy="21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118666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预约(M)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签单(M)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批核(M)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天领成都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4.00M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0.16M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天领重庆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0.86M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1.95M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0.35M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杨帆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0.23M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杨洪美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宁波贴牌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长沙贴牌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台州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刘微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天领深圳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武汉贴牌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合肥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厦门贴牌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广西贴牌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杨璐熙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苏州贴牌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丁洁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78">
                <a:tc>
                  <a:txBody>
                    <a:bodyPr wrap="square"/>
                    <a:lstStyle/>
                    <a:p>
                      <a:pPr algn="l"/>
                      <a:r>
                        <a:rPr b="1" sz="80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0.86M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6.18M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0.51M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KA业务分析仪表盘  |ICLUB + 合伙转介 + IFA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批核APE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24.9M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37件 | 件均67.2W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6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未批核APE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4.39M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8件 | 件均54.9W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0000" y="430000"/>
            <a:ext cx="1900000" cy="800000"/>
          </a:xfrm>
          <a:prstGeom prst="rect">
            <a:avLst/>
          </a:prstGeom>
          <a:noFill/>
          <a:ln w="300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0000" y="430000"/>
            <a:ext cx="30000" cy="800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待签APE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B1A1A"/>
                </a:solidFill>
              </a:rPr>
              <a:t>0.00M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0件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000" y="1310000"/>
            <a:ext cx="5940000" cy="26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134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ICLUB业务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0000" y="1570000"/>
          <a:ext cx="5940000" cy="1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8000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个人转介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保险师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新风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2040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2040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00000" y="2990000"/>
            <a:ext cx="5940000" cy="26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30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合伙转介业务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0000" y="3250000"/>
          <a:ext cx="5940000" cy="3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3333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懿丰家族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明德长青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86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86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总部职能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荻邦咨询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德约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Molly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个人转介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迪岸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虹霖贸易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励欧移民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7">
                <a:tc>
                  <a:txBody>
                    <a:bodyPr wrap="square"/>
                    <a:lstStyle/>
                    <a:p>
                      <a:pPr algn="l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447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439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886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00000" y="6490000"/>
            <a:ext cx="5940000" cy="260000"/>
          </a:xfrm>
          <a:prstGeom prst="rect">
            <a:avLst/>
          </a:prstGeom>
          <a:solidFill>
            <a:srgbClr val="5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65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IFA业务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00000" y="6750000"/>
          <a:ext cx="5940000" cy="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000" y="430000"/>
            <a:ext cx="5832000" cy="300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80000" y="3550000"/>
            <a:ext cx="5832000" cy="29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0000" y="3580000"/>
            <a:ext cx="573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W28 本周快报 | KA业务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80000" y="3850000"/>
          <a:ext cx="5832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205714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预约(M)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签单(M)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总部职能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0.23M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个人转介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0.02M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明德长青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保险师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懿丰家族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德约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荻邦咨询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迪岸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虹霖贸易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励欧移民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Molly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新风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8">
                <a:tc>
                  <a:txBody>
                    <a:bodyPr wrap="square"/>
                    <a:lstStyle/>
                    <a:p>
                      <a:pPr algn="l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0.25M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3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5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11851</Words>
  <Application>WPS 演示</Application>
  <PresentationFormat>On-screen Show (16:9)</PresentationFormat>
  <Paragraphs>3394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欧阳芷茵</cp:lastModifiedBy>
  <cp:revision>66</cp:revision>
  <dcterms:created xsi:type="dcterms:W3CDTF">2026-03-26T15:42:00Z</dcterms:created>
  <dcterms:modified xsi:type="dcterms:W3CDTF">2026-06-02T05:49:53Z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2052-12.1.0.26375</vt:lpwstr>
  </property>
</Properties>
</file>