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BK业务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天领业务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ICLUB业务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合伙转介业务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IFA业务</a:t>
            </a:r>
          </a:p>
        </p:txBody>
      </p:sp>
      <p:sp>
        <p:nvSpPr>
          <p:cNvPr id="84" name="Shape 81"/>
          <p:cNvSpPr/>
          <p:nvPr/>
        </p:nvSpPr>
        <p:spPr>
          <a:xfrm>
            <a:off x="325099" y="580495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45669" y="6146894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r>
              <a:t>MGA业务</a:t>
            </a:r>
          </a:p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MGA业务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6" name="Text 253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  周度预约渠道贡献构成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）</a:t>
            </a:r>
            <a:endParaRPr lang="en-US" sz="850" dirty="0"/>
          </a:p>
        </p:txBody>
      </p:sp>
      <p:sp>
        <p:nvSpPr>
          <p:cNvPr id="262" name="Shape 258"/>
          <p:cNvSpPr/>
          <p:nvPr/>
        </p:nvSpPr>
        <p:spPr>
          <a:xfrm>
            <a:off x="6162421" y="54864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12.2M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10.4M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23.7M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9.8M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11.1M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20.0M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14.3M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9.6M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33件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16.2M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14.3M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58件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7.7M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6.0M</a:t>
            </a: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13件</a:t>
            </a: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16.5M</a:t>
            </a: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19.1M</a:t>
            </a: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11.9M</a:t>
            </a: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26.7M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10.4M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10.6M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37件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23件</a:t>
            </a: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23.9M</a:t>
            </a: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58件</a:t>
            </a: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24.5M</a:t>
            </a: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22.1M</a:t>
            </a: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7.6M</a:t>
            </a: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15.6M</a:t>
            </a: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19.1M</a:t>
            </a: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26.5M</a:t>
            </a: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10.2M</a:t>
            </a: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21件</a:t>
            </a: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10.6M</a:t>
            </a: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15.5M</a:t>
            </a: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10.0M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6.5M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5.72M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